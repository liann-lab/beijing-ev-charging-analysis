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f967055d744062" /><Relationship Type="http://schemas.openxmlformats.org/officeDocument/2006/relationships/extended-properties" Target="/docProps/app.xml" Id="R210fb628128e489b" /><Relationship Type="http://schemas.openxmlformats.org/officeDocument/2006/relationships/officeDocument" Target="/ppt/presentation.xml" Id="R6fedafae840e43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bfb8f0c0f94b14"/>
    <p:sldMasterId xmlns:r="http://schemas.openxmlformats.org/officeDocument/2006/relationships" id="2147483659" r:id="Reed8097322df464e"/>
  </p:sldMasterIdLst>
  <p:notesMasterIdLst>
    <p:notesMasterId xmlns:r="http://schemas.openxmlformats.org/officeDocument/2006/relationships" r:id="R2c0a578360934c99"/>
  </p:notesMasterIdLst>
  <p:sldIdLst>
    <p:sldId xmlns:r="http://schemas.openxmlformats.org/officeDocument/2006/relationships" id="256" r:id="Rfb2f442d829d40ac"/>
    <p:sldId xmlns:r="http://schemas.openxmlformats.org/officeDocument/2006/relationships" id="257" r:id="R44ab78c78bcf49f4"/>
    <p:sldId xmlns:r="http://schemas.openxmlformats.org/officeDocument/2006/relationships" id="258" r:id="R49095fcf440441eb"/>
    <p:sldId xmlns:r="http://schemas.openxmlformats.org/officeDocument/2006/relationships" id="259" r:id="Rd220d937899c4844"/>
    <p:sldId xmlns:r="http://schemas.openxmlformats.org/officeDocument/2006/relationships" id="260" r:id="Rc50c6c080a944a85"/>
    <p:sldId xmlns:r="http://schemas.openxmlformats.org/officeDocument/2006/relationships" id="261" r:id="Rd7e185e6132c42a5"/>
  </p:sldIdLst>
  <p:sldSz cx="17475200" cy="97536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92e5e4c18b4a16" /><Relationship Type="http://schemas.openxmlformats.org/officeDocument/2006/relationships/slideMaster" Target="/ppt/slideMasters/slideMaster1.xml" Id="Re6bfb8f0c0f94b14" /><Relationship Type="http://schemas.openxmlformats.org/officeDocument/2006/relationships/slideMaster" Target="/ppt/slideMasters/slideMaster2.xml" Id="Reed8097322df464e" /><Relationship Type="http://schemas.openxmlformats.org/officeDocument/2006/relationships/notesMaster" Target="/ppt/notesMasters/notesMaster1.xml" Id="R2c0a578360934c99" /><Relationship Type="http://schemas.openxmlformats.org/officeDocument/2006/relationships/presProps" Target="/ppt/presProps.xml" Id="R2709a093f0fa4e75" /><Relationship Type="http://schemas.openxmlformats.org/officeDocument/2006/relationships/viewProps" Target="/ppt/viewProps.xml" Id="Reb63717585f54101" /><Relationship Type="http://schemas.openxmlformats.org/officeDocument/2006/relationships/tableStyles" Target="/ppt/tableStyles.xml" Id="R92a0ab4c8635450f" /><Relationship Type="http://schemas.openxmlformats.org/officeDocument/2006/relationships/slide" Target="/ppt/slides/slide1.xml" Id="Rfb2f442d829d40ac" /><Relationship Type="http://schemas.openxmlformats.org/officeDocument/2006/relationships/slide" Target="/ppt/slides/slide2.xml" Id="R44ab78c78bcf49f4" /><Relationship Type="http://schemas.openxmlformats.org/officeDocument/2006/relationships/slide" Target="/ppt/slides/slide3.xml" Id="R49095fcf440441eb" /><Relationship Type="http://schemas.openxmlformats.org/officeDocument/2006/relationships/slide" Target="/ppt/slides/slide4.xml" Id="Rd220d937899c4844" /><Relationship Type="http://schemas.openxmlformats.org/officeDocument/2006/relationships/slide" Target="/ppt/slides/slide5.xml" Id="Rc50c6c080a944a85" /><Relationship Type="http://schemas.openxmlformats.org/officeDocument/2006/relationships/slide" Target="/ppt/slides/slide6.xml" Id="Rd7e185e6132c42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936232a1f1d44d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49cd5759da4ef1" /><Relationship Type="http://schemas.openxmlformats.org/officeDocument/2006/relationships/notesMaster" Target="/ppt/notesMasters/notesMaster1.xml" Id="Rc510aa531fb941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9632db12fd4a37" /><Relationship Type="http://schemas.openxmlformats.org/officeDocument/2006/relationships/notesMaster" Target="/ppt/notesMasters/notesMaster1.xml" Id="R27bdadaac32c48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e8563e20644244" /><Relationship Type="http://schemas.openxmlformats.org/officeDocument/2006/relationships/notesMaster" Target="/ppt/notesMasters/notesMaster1.xml" Id="R88528e71965540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a10f4d21444c3d" /><Relationship Type="http://schemas.openxmlformats.org/officeDocument/2006/relationships/notesMaster" Target="/ppt/notesMasters/notesMaster1.xml" Id="Ra83cb030efc243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b5d8a3d1ed4857" /><Relationship Type="http://schemas.openxmlformats.org/officeDocument/2006/relationships/notesMaster" Target="/ppt/notesMasters/notesMaster1.xml" Id="R6138b315d4004f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1e8afc4b2b40e5" /><Relationship Type="http://schemas.openxmlformats.org/officeDocument/2006/relationships/notesMaster" Target="/ppt/notesMasters/notesMaster1.xml" Id="R3f623447493a42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阶段汇报。当前为探索与初步清洗阶段，原始文件未修改。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来源：reports/cleaned_chart_review.md；reports/figures/cleaned/01-monthly-overview.png。原始订单8,544,695条，站点月记录14,307条。1月隔离20条后订单2,137,214条，总电量59.9849 GWh，7月6,407,461条，总电量175.9746 GWh。覆盖范围不同，不直接推断季节因果效应。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ports/figures/cleaned/02-hourly-energy-profile.png；reports/figures/cleaned/spatial/01-grid-orders.png；reports/spatial_review.md。分时图整次电量归入订单开始小时，非实测负荷。空间月表仅类别标准化，未扣除隔离订单。主图保留主要网格簇，远端85_111记录仍保存在数据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来源：reports/anomaly_review.md；reports/anomaly_audit.json。示例订单功率240 kW，7秒，电量328047.62 kWh，与记录功率时长不符。论文DOI：10.1038/s41597-026-07918-5。当前公开订单缺少论文提及的站点、桩标识。dating_time含义与跨月归档口径仍待确认。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来源：src/clean_dataset.py第45、53行；reports/cleaning_v1_20261014T102252679148Z.json。隔离逻辑为电量&gt;1000且电量&gt;功率×时长小时×1.05。该阈值为本项目初步方案，不是论文或行业标准。文献：DOI 10.1038/s41597-026-07918-5；10.1016/j.scs.2022.104348。后者借鉴点为空间异质性与分组比较，不是降维或预测模型。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计划与待指导事项，尚未形成研究结论。空间选题仅在匿名网格可支持的范围内进行，不直接推断充电需求缺口或选址。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a932a8c4334c0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153e00825c4c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4c480ef2d6483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df44aa57324ed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67b432fdba45f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7dcaa4050b41d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7c8c03cffe44d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1406ed35514b8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20de9019a2414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43ab59bced47a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eb338f961b64e93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BC261FA-321D-47EB-B9C2-2545F245A6A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184354" y="1936090"/>
            <a:ext cx="13106400" cy="3395698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8535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BDC0DD4-2927-4D51-B10B-9A096479CF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84354" y="5462738"/>
            <a:ext cx="13106400" cy="235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3415"/>
            </a:lvl1pPr>
            <a:lvl2pPr marL="650240" indent="0" algn="ctr">
              <a:buNone/>
              <a:defRPr sz="2845"/>
            </a:lvl2pPr>
            <a:lvl3pPr marL="1300480" indent="0" algn="ctr">
              <a:buNone/>
              <a:defRPr sz="2560"/>
            </a:lvl3pPr>
            <a:lvl4pPr marL="1950720" indent="0" algn="ctr">
              <a:buNone/>
              <a:defRPr sz="2275"/>
            </a:lvl4pPr>
            <a:lvl5pPr marL="2600960" indent="0" algn="ctr">
              <a:buNone/>
              <a:defRPr sz="2275"/>
            </a:lvl5pPr>
            <a:lvl6pPr marL="3251200" indent="0" algn="ctr">
              <a:buNone/>
              <a:defRPr sz="2275"/>
            </a:lvl6pPr>
            <a:lvl7pPr marL="3901440" indent="0" algn="ctr">
              <a:buNone/>
              <a:defRPr sz="2275"/>
            </a:lvl7pPr>
            <a:lvl8pPr marL="4551680" indent="0" algn="ctr">
              <a:buNone/>
              <a:defRPr sz="2275"/>
            </a:lvl8pPr>
            <a:lvl9pPr marL="5201920" indent="0" algn="ctr">
              <a:buNone/>
              <a:defRPr sz="2275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10" name="日期占位符 9">
            <a:extLst xmlns:a="http://schemas.openxmlformats.org/drawingml/2006/main">
              <a:ext uri="{FF2B5EF4-FFF2-40B4-BE49-F238E27FC236}">
                <a16:creationId xmlns:a16="http://schemas.microsoft.com/office/drawing/2014/main" id="{CA97868C-279F-499A-996F-B10F1AFFFC5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67389" y="8980537"/>
            <a:ext cx="3880041" cy="4506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7263B9D4-767F-458A-952B-DBCD2338D7A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899600" y="8980480"/>
            <a:ext cx="5676000" cy="450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53910B86-B9CE-4BD8-9CA2-9C2585DDDED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2724130" y="8980537"/>
            <a:ext cx="3886412" cy="4506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4F0201F-941F-4135-81F6-19A3C895AE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3737" y="686161"/>
            <a:ext cx="15727806" cy="101149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0822CDA-F1FF-47E0-A660-2F8124D3AB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73697" y="2167467"/>
            <a:ext cx="15727806" cy="67192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10" name="日期占位符 9">
            <a:extLst xmlns:a="http://schemas.openxmlformats.org/drawingml/2006/main">
              <a:ext uri="{FF2B5EF4-FFF2-40B4-BE49-F238E27FC236}">
                <a16:creationId xmlns:a16="http://schemas.microsoft.com/office/drawing/2014/main" id="{6C9F585E-8520-46CF-B890-A9BF821981E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67389" y="8980537"/>
            <a:ext cx="3880041" cy="4506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D3D584C4-F953-4F98-BEE2-095824856A0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899600" y="8980480"/>
            <a:ext cx="5676000" cy="450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3EED6907-ECF6-4CB1-8B55-5A8F987D890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2724130" y="8980537"/>
            <a:ext cx="3886412" cy="4506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91D16B7E-DC36-4B78-954B-334A47A99AB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67389" y="8980537"/>
            <a:ext cx="3880041" cy="4506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4D3FD119-11FE-4F5C-B845-B7635D962F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899600" y="8980480"/>
            <a:ext cx="5676000" cy="450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A584FB08-5ED5-477C-AD2B-62EB1F06D6C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2724130" y="8980537"/>
            <a:ext cx="3886412" cy="4506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9BAF642-4466-4AAD-9A37-10D5C8208B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92318" y="2431627"/>
            <a:ext cx="15072360" cy="4057226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8535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EB5AFC1-3D22-4ACD-84FD-2572586F12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92318" y="6527236"/>
            <a:ext cx="15072360" cy="2133599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415">
                <a:solidFill>
                  <a:schemeClr val="tx1">
                    <a:tint val="75000"/>
                  </a:schemeClr>
                </a:solidFill>
              </a:defRPr>
            </a:lvl1pPr>
            <a:lvl2pPr marL="650240" indent="0">
              <a:buNone/>
              <a:defRPr sz="2845">
                <a:solidFill>
                  <a:schemeClr val="tx1">
                    <a:tint val="75000"/>
                  </a:schemeClr>
                </a:solidFill>
              </a:defRPr>
            </a:lvl2pPr>
            <a:lvl3pPr marL="130048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3pPr>
            <a:lvl4pPr marL="1950720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4pPr>
            <a:lvl5pPr marL="2600960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5pPr>
            <a:lvl6pPr marL="3251200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6pPr>
            <a:lvl7pPr marL="3901440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7pPr>
            <a:lvl8pPr marL="4551680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8pPr>
            <a:lvl9pPr marL="5201920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10" name="日期占位符 9">
            <a:extLst xmlns:a="http://schemas.openxmlformats.org/drawingml/2006/main">
              <a:ext uri="{FF2B5EF4-FFF2-40B4-BE49-F238E27FC236}">
                <a16:creationId xmlns:a16="http://schemas.microsoft.com/office/drawing/2014/main" id="{43816535-3D66-4815-A8B3-81B1C531E7A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67389" y="8980537"/>
            <a:ext cx="3880041" cy="4506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C4AEFF44-1D87-4FE9-BFCE-9755645DE8F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899600" y="8980480"/>
            <a:ext cx="5676000" cy="450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0A8CE1B5-F64E-4F33-98D2-FA9BC70D34A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2724130" y="8980537"/>
            <a:ext cx="3886412" cy="4506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5F4FA86-8A0E-4A86-BF8A-3B51EE1AF4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3697" y="686161"/>
            <a:ext cx="15727806" cy="101149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F45EF20-80B4-4614-BBD1-EB53FE8B135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73737" y="2167263"/>
            <a:ext cx="7536240" cy="67192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B3D2B88E-298E-420C-BF6E-EC8BF38562D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9061619" y="2167467"/>
            <a:ext cx="7548922" cy="67191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12" name="页脚占位符 11">
            <a:extLst xmlns:a="http://schemas.openxmlformats.org/drawingml/2006/main">
              <a:ext uri="{FF2B5EF4-FFF2-40B4-BE49-F238E27FC236}">
                <a16:creationId xmlns:a16="http://schemas.microsoft.com/office/drawing/2014/main" id="{553401CA-20AF-4E3B-9D67-56BFCA653D4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899600" y="8980480"/>
            <a:ext cx="5676000" cy="450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日期占位符 13">
            <a:extLst xmlns:a="http://schemas.openxmlformats.org/drawingml/2006/main">
              <a:ext uri="{FF2B5EF4-FFF2-40B4-BE49-F238E27FC236}">
                <a16:creationId xmlns:a16="http://schemas.microsoft.com/office/drawing/2014/main" id="{2F326CAC-131C-4DA7-9662-5E743209CF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64658" y="8980537"/>
            <a:ext cx="3882771" cy="45065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灯片编号占位符 14">
            <a:extLst xmlns:a="http://schemas.openxmlformats.org/drawingml/2006/main">
              <a:ext uri="{FF2B5EF4-FFF2-40B4-BE49-F238E27FC236}">
                <a16:creationId xmlns:a16="http://schemas.microsoft.com/office/drawing/2014/main" id="{262027A8-F010-4B16-8B66-1FE8B0F4343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2724130" y="8980537"/>
            <a:ext cx="3886412" cy="4506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hf sldNum="0" hdr="0" ftr="0" dt="0"/>
</p:sldLayout>
</file>

<file path=ppt/slideLayouts/slideLayout6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8482DC8-73F6-488A-BC9E-993BBD1AB4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3697" y="686366"/>
            <a:ext cx="15727806" cy="101149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0F79AE3-0E95-42DB-93F3-106198C073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70119" y="2167467"/>
            <a:ext cx="7536240" cy="1300490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3980"/>
            </a:lvl1pPr>
            <a:lvl2pPr marL="650240" indent="0">
              <a:buNone/>
              <a:defRPr sz="3415"/>
            </a:lvl2pPr>
            <a:lvl3pPr marL="1300480" indent="0">
              <a:buNone/>
              <a:defRPr sz="2845"/>
            </a:lvl3pPr>
            <a:lvl4pPr marL="1950720" indent="0">
              <a:buNone/>
              <a:defRPr sz="2560"/>
            </a:lvl4pPr>
            <a:lvl5pPr marL="2600960" indent="0">
              <a:buNone/>
              <a:defRPr sz="2560"/>
            </a:lvl5pPr>
            <a:lvl6pPr marL="3251200" indent="0">
              <a:buNone/>
              <a:defRPr sz="2560"/>
            </a:lvl6pPr>
            <a:lvl7pPr marL="3901440" indent="0">
              <a:buNone/>
              <a:defRPr sz="2560"/>
            </a:lvl7pPr>
            <a:lvl8pPr marL="4551680" indent="0">
              <a:buNone/>
              <a:defRPr sz="2560"/>
            </a:lvl8pPr>
            <a:lvl9pPr marL="5201920" indent="0">
              <a:buNone/>
              <a:defRPr sz="256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BF7E1CC5-5BE8-4022-B6A3-41539DE5BCF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73760" y="3612444"/>
            <a:ext cx="7536180" cy="52742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19CE390E-3ADE-45B7-B8B3-142E730F990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9064989" y="2167057"/>
            <a:ext cx="7536240" cy="1300490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3980"/>
            </a:lvl1pPr>
            <a:lvl2pPr marL="650240" indent="0">
              <a:buNone/>
              <a:defRPr sz="3415"/>
            </a:lvl2pPr>
            <a:lvl3pPr marL="1300480" indent="0">
              <a:buNone/>
              <a:defRPr sz="2845"/>
            </a:lvl3pPr>
            <a:lvl4pPr marL="1950720" indent="0">
              <a:buNone/>
              <a:defRPr sz="2560"/>
            </a:lvl4pPr>
            <a:lvl5pPr marL="2600960" indent="0">
              <a:buNone/>
              <a:defRPr sz="2560"/>
            </a:lvl5pPr>
            <a:lvl6pPr marL="3251200" indent="0">
              <a:buNone/>
              <a:defRPr sz="2560"/>
            </a:lvl6pPr>
            <a:lvl7pPr marL="3901440" indent="0">
              <a:buNone/>
              <a:defRPr sz="2560"/>
            </a:lvl7pPr>
            <a:lvl8pPr marL="4551680" indent="0">
              <a:buNone/>
              <a:defRPr sz="2560"/>
            </a:lvl8pPr>
            <a:lvl9pPr marL="5201920" indent="0">
              <a:buNone/>
              <a:defRPr sz="256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193ED6FD-E814-4ABE-9794-07BA7AAC1E2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9065260" y="3612444"/>
            <a:ext cx="7536180" cy="52742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19" name="日期占位符 18">
            <a:extLst xmlns:a="http://schemas.openxmlformats.org/drawingml/2006/main">
              <a:ext uri="{FF2B5EF4-FFF2-40B4-BE49-F238E27FC236}">
                <a16:creationId xmlns:a16="http://schemas.microsoft.com/office/drawing/2014/main" id="{C5E6B5C0-1A2A-4763-BD66-F65BB59C13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64658" y="8980537"/>
            <a:ext cx="3882771" cy="45065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页脚占位符 19">
            <a:extLst xmlns:a="http://schemas.openxmlformats.org/drawingml/2006/main">
              <a:ext uri="{FF2B5EF4-FFF2-40B4-BE49-F238E27FC236}">
                <a16:creationId xmlns:a16="http://schemas.microsoft.com/office/drawing/2014/main" id="{1E7A5BA9-1664-4657-8B3D-0866B469EA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灯片编号占位符 20">
            <a:extLst xmlns:a="http://schemas.openxmlformats.org/drawingml/2006/main">
              <a:ext uri="{FF2B5EF4-FFF2-40B4-BE49-F238E27FC236}">
                <a16:creationId xmlns:a16="http://schemas.microsoft.com/office/drawing/2014/main" id="{3B832DAD-29FA-4497-9EE9-A9D6C44C03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2724130" y="8980537"/>
            <a:ext cx="3883681" cy="45065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2D3FDFE-243F-489E-B3BC-A6BED14643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3697" y="686184"/>
            <a:ext cx="15727806" cy="101149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A2328C06-9CB8-4F6C-AA26-8F78E13DDC7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67389" y="8980537"/>
            <a:ext cx="3880041" cy="4506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页脚占位符 6">
            <a:extLst xmlns:a="http://schemas.openxmlformats.org/drawingml/2006/main">
              <a:ext uri="{FF2B5EF4-FFF2-40B4-BE49-F238E27FC236}">
                <a16:creationId xmlns:a16="http://schemas.microsoft.com/office/drawing/2014/main" id="{C69BE201-8D90-450A-9279-47517D4DD93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899600" y="8980480"/>
            <a:ext cx="5676000" cy="450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灯片编号占位符 10">
            <a:extLst xmlns:a="http://schemas.openxmlformats.org/drawingml/2006/main">
              <a:ext uri="{FF2B5EF4-FFF2-40B4-BE49-F238E27FC236}">
                <a16:creationId xmlns:a16="http://schemas.microsoft.com/office/drawing/2014/main" id="{53415489-4B98-4497-9BDB-34E7E9FD641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2724130" y="8980537"/>
            <a:ext cx="3886412" cy="4506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4938998-118D-4EC8-8CC7-B79B557F04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3737" y="866783"/>
            <a:ext cx="5096973" cy="227584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455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4BDB96C4-2C6E-4C40-B1A3-3B3CF4DF41C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840813" y="866987"/>
            <a:ext cx="9757064" cy="801962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4550"/>
            </a:lvl1pPr>
            <a:lvl2pPr marL="650240" indent="0">
              <a:buNone/>
              <a:defRPr sz="3980"/>
            </a:lvl2pPr>
            <a:lvl3pPr marL="1300480" indent="0">
              <a:buNone/>
              <a:defRPr sz="3415"/>
            </a:lvl3pPr>
            <a:lvl4pPr marL="1950720" indent="0">
              <a:buNone/>
              <a:defRPr sz="2845"/>
            </a:lvl4pPr>
            <a:lvl5pPr marL="2600960" indent="0">
              <a:buNone/>
              <a:defRPr sz="2845"/>
            </a:lvl5pPr>
            <a:lvl6pPr marL="3251200" indent="0">
              <a:buNone/>
              <a:defRPr sz="2845"/>
            </a:lvl6pPr>
            <a:lvl7pPr marL="3901440" indent="0">
              <a:buNone/>
              <a:defRPr sz="2845"/>
            </a:lvl7pPr>
            <a:lvl8pPr marL="4551680" indent="0">
              <a:buNone/>
              <a:defRPr sz="2845"/>
            </a:lvl8pPr>
            <a:lvl9pPr marL="5201920" indent="0">
              <a:buNone/>
              <a:defRPr sz="2845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0E16FF7-4A8A-4098-B7CE-3CA2E1C13B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73760" y="3287324"/>
            <a:ext cx="5096933" cy="559933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845"/>
            </a:lvl1pPr>
            <a:lvl2pPr marL="650240" indent="0">
              <a:buNone/>
              <a:defRPr sz="2560"/>
            </a:lvl2pPr>
            <a:lvl3pPr marL="1300480" indent="0">
              <a:buNone/>
              <a:defRPr sz="2275"/>
            </a:lvl3pPr>
            <a:lvl4pPr marL="1950720" indent="0">
              <a:buNone/>
              <a:defRPr sz="1990"/>
            </a:lvl4pPr>
            <a:lvl5pPr marL="2600960" indent="0">
              <a:buNone/>
              <a:defRPr sz="1990"/>
            </a:lvl5pPr>
            <a:lvl6pPr marL="3251200" indent="0">
              <a:buNone/>
              <a:defRPr sz="1990"/>
            </a:lvl6pPr>
            <a:lvl7pPr marL="3901440" indent="0">
              <a:buNone/>
              <a:defRPr sz="1990"/>
            </a:lvl7pPr>
            <a:lvl8pPr marL="4551680" indent="0">
              <a:buNone/>
              <a:defRPr sz="1990"/>
            </a:lvl8pPr>
            <a:lvl9pPr marL="5201920" indent="0">
              <a:buNone/>
              <a:defRPr sz="199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30" name="页脚占位符 29">
            <a:extLst xmlns:a="http://schemas.openxmlformats.org/drawingml/2006/main">
              <a:ext uri="{FF2B5EF4-FFF2-40B4-BE49-F238E27FC236}">
                <a16:creationId xmlns:a16="http://schemas.microsoft.com/office/drawing/2014/main" id="{04DFC011-932A-43FA-8197-9F48E6AA4E8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899600" y="8980480"/>
            <a:ext cx="5676000" cy="450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1" name="灯片编号占位符 30">
            <a:extLst xmlns:a="http://schemas.openxmlformats.org/drawingml/2006/main">
              <a:ext uri="{FF2B5EF4-FFF2-40B4-BE49-F238E27FC236}">
                <a16:creationId xmlns:a16="http://schemas.microsoft.com/office/drawing/2014/main" id="{6B3D647C-7953-428A-9B09-7EE9FD32D33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2724130" y="8980537"/>
            <a:ext cx="3886412" cy="4506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2" name="日期占位符 31">
            <a:extLst xmlns:a="http://schemas.openxmlformats.org/drawingml/2006/main">
              <a:ext uri="{FF2B5EF4-FFF2-40B4-BE49-F238E27FC236}">
                <a16:creationId xmlns:a16="http://schemas.microsoft.com/office/drawing/2014/main" id="{880AC8AC-3A4B-437E-A996-4BDEA5334D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64658" y="8980537"/>
            <a:ext cx="3882771" cy="45065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CC9E3C05-43F7-422E-B63D-73E4EF688F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685266" y="866987"/>
            <a:ext cx="2912556" cy="8019691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D2993AC-7D95-440F-9B85-F625C1BEB3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73760" y="866987"/>
            <a:ext cx="12378366" cy="8019627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7E1FADE-9C65-4892-939B-9C46DFB3CC6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67389" y="8980537"/>
            <a:ext cx="3880041" cy="4506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EDAC8AEE-9F0D-4341-914D-83D2201AFD6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899600" y="8980480"/>
            <a:ext cx="5676000" cy="450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7AAF9972-9EB4-48F6-9F60-4203B8726CD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2724130" y="8980537"/>
            <a:ext cx="3886412" cy="4506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531906F4-9EB8-4C35-AAE3-80C519F4A20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73760" y="866987"/>
            <a:ext cx="15728590" cy="801962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12" name="日期占位符 11">
            <a:extLst xmlns:a="http://schemas.openxmlformats.org/drawingml/2006/main">
              <a:ext uri="{FF2B5EF4-FFF2-40B4-BE49-F238E27FC236}">
                <a16:creationId xmlns:a16="http://schemas.microsoft.com/office/drawing/2014/main" id="{BE53D733-C8BA-49DB-A0E2-9DDDD7EEC1D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67389" y="8980537"/>
            <a:ext cx="3880041" cy="4506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3" name="页脚占位符 12">
            <a:extLst xmlns:a="http://schemas.openxmlformats.org/drawingml/2006/main">
              <a:ext uri="{FF2B5EF4-FFF2-40B4-BE49-F238E27FC236}">
                <a16:creationId xmlns:a16="http://schemas.microsoft.com/office/drawing/2014/main" id="{DBD1EC54-3C8D-4D91-B6FC-B9CCA616D41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899600" y="8980480"/>
            <a:ext cx="5676000" cy="450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灯片编号占位符 13">
            <a:extLst xmlns:a="http://schemas.openxmlformats.org/drawingml/2006/main">
              <a:ext uri="{FF2B5EF4-FFF2-40B4-BE49-F238E27FC236}">
                <a16:creationId xmlns:a16="http://schemas.microsoft.com/office/drawing/2014/main" id="{20CB1616-EF65-4B58-A6B0-6967894C736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2724130" y="8980537"/>
            <a:ext cx="3886412" cy="4506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115d4184be49e0" /><Relationship Type="http://schemas.openxmlformats.org/officeDocument/2006/relationships/slideLayout" Target="/ppt/slideLayouts/slideLayout1.xml" Id="R01b1c57bf6fb4afa" /><Relationship Type="http://schemas.openxmlformats.org/officeDocument/2006/relationships/slideLayout" Target="/ppt/slideLayouts/slideLayout2.xml" Id="R3f5d8030c2ca4c7d" /><Relationship Type="http://schemas.openxmlformats.org/officeDocument/2006/relationships/slideLayout" Target="/ppt/slideLayouts/slideLayout3.xml" Id="R79d2789b27b9446f" /><Relationship Type="http://schemas.openxmlformats.org/officeDocument/2006/relationships/slideLayout" Target="/ppt/slideLayouts/slideLayout4.xml" Id="R5ca1d0d72366414b" /><Relationship Type="http://schemas.openxmlformats.org/officeDocument/2006/relationships/slideLayout" Target="/ppt/slideLayouts/slideLayout5.xml" Id="R1267a4365621439e" /><Relationship Type="http://schemas.openxmlformats.org/officeDocument/2006/relationships/slideLayout" Target="/ppt/slideLayouts/slideLayout6.xml" Id="Rba8b19d06f074248" /><Relationship Type="http://schemas.openxmlformats.org/officeDocument/2006/relationships/slideLayout" Target="/ppt/slideLayouts/slideLayout7.xml" Id="R58d1f95fe20041bb" /><Relationship Type="http://schemas.openxmlformats.org/officeDocument/2006/relationships/slideLayout" Target="/ppt/slideLayouts/slideLayout8.xml" Id="R8bbd0adeadc94b55" /><Relationship Type="http://schemas.openxmlformats.org/officeDocument/2006/relationships/slideLayout" Target="/ppt/slideLayouts/slideLayout9.xml" Id="R86917b765f2f435b" /><Relationship Type="http://schemas.openxmlformats.org/officeDocument/2006/relationships/slideLayout" Target="/ppt/slideLayouts/slideLayout10.xml" Id="R036d3a6e62ea4fa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8f92e777814d47bc" /><Relationship Type="http://schemas.openxmlformats.org/officeDocument/2006/relationships/slideLayout" Target="/ppt/slideLayouts/slideLayout11.xml" Id="Rc58a1d4360104b4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3F85155-43A0-4F81-90FF-CAE5378DDAB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67389" y="8980537"/>
            <a:ext cx="3880041" cy="4506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13DCC0D-ED1B-467E-91FA-AC519A74FB5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899600" y="8980480"/>
            <a:ext cx="5676000" cy="450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63C9129-F7F6-41A0-9BF5-EDA6E5BC050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2724130" y="8980537"/>
            <a:ext cx="3886412" cy="4506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A9716556-FFDD-4CE3-AAE8-5AE103C12E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3697" y="686184"/>
            <a:ext cx="15727806" cy="10114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46906C6-4EE8-4996-8343-4D0546E831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73697" y="2167467"/>
            <a:ext cx="15727806" cy="67192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  <a:p xmlns:a="http://schemas.openxmlformats.org/drawingml/2006/main">
            <a:pPr lvl="5">
              <a:buNone/>
            </a:pPr>
            <a:r>
              <a:t>第六级</a:t>
            </a:r>
            <a:endParaRPr/>
          </a:p>
          <a:p xmlns:a="http://schemas.openxmlformats.org/drawingml/2006/main">
            <a:pPr marL="2971800" marR="0" lvl="6" indent="-228600" algn="l" defTabSz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t>第七级</a:t>
            </a:r>
            <a:endParaRPr/>
          </a:p>
          <a:p xmlns:a="http://schemas.openxmlformats.org/drawingml/2006/main">
            <a:pPr marL="3429000" marR="0" lvl="7" indent="-228600" algn="l" defTabSz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t>第八级</a:t>
            </a:r>
            <a:endParaRPr/>
          </a:p>
          <a:p xmlns:a="http://schemas.openxmlformats.org/drawingml/2006/main">
            <a:pPr marL="3886200" marR="0" lvl="8" indent="-228600" algn="l" defTabSz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t>第九级</a:t>
            </a:r>
            <a:endParaRPr/>
          </a:p>
          <a:p xmlns:a="http://schemas.openxmlformats.org/drawingml/2006/main">
            <a:pPr marL="3886200" marR="0" lvl="8" indent="-228600" algn="l" defTabSz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endParaRPr/>
          </a:p>
          <a:p xmlns:a="http://schemas.openxmlformats.org/drawingml/2006/main">
            <a:pPr lvl="5">
              <a:buNone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b1c57bf6fb4afa"/>
    <p:sldLayoutId xmlns:r="http://schemas.openxmlformats.org/officeDocument/2006/relationships" id="2147483650" r:id="R3f5d8030c2ca4c7d"/>
    <p:sldLayoutId xmlns:r="http://schemas.openxmlformats.org/officeDocument/2006/relationships" id="2147483651" r:id="R79d2789b27b9446f"/>
    <p:sldLayoutId xmlns:r="http://schemas.openxmlformats.org/officeDocument/2006/relationships" id="2147483652" r:id="R5ca1d0d72366414b"/>
    <p:sldLayoutId xmlns:r="http://schemas.openxmlformats.org/officeDocument/2006/relationships" id="2147483653" r:id="R1267a4365621439e"/>
    <p:sldLayoutId xmlns:r="http://schemas.openxmlformats.org/officeDocument/2006/relationships" id="2147483654" r:id="Rba8b19d06f074248"/>
    <p:sldLayoutId xmlns:r="http://schemas.openxmlformats.org/officeDocument/2006/relationships" id="2147483655" r:id="R58d1f95fe20041bb"/>
    <p:sldLayoutId xmlns:r="http://schemas.openxmlformats.org/officeDocument/2006/relationships" id="2147483656" r:id="R8bbd0adeadc94b55"/>
    <p:sldLayoutId xmlns:r="http://schemas.openxmlformats.org/officeDocument/2006/relationships" id="2147483657" r:id="R86917b765f2f435b"/>
    <p:sldLayoutId xmlns:r="http://schemas.openxmlformats.org/officeDocument/2006/relationships" id="2147483658" r:id="R036d3a6e62ea4fa7"/>
  </p:sldLayoutIdLst>
  <p:txStyles>
    <p:titleStyle>
      <a:lvl1pPr xmlns:a="http://schemas.openxmlformats.org/drawingml/2006/main" algn="l" defTabSz="1300480">
        <a:lnSpc>
          <a:spcPct val="100000"/>
        </a:lnSpc>
        <a:spcBef>
          <a:spcPct val="0"/>
        </a:spcBef>
        <a:buNone/>
        <a:defRPr sz="5120" kern="12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xmlns:a="http://schemas.openxmlformats.org/drawingml/2006/main" marL="325120" indent="-325120" algn="l" defTabSz="1300480">
        <a:lnSpc>
          <a:spcPct val="90000"/>
        </a:lnSpc>
        <a:spcBef>
          <a:spcPct val="285000"/>
        </a:spcBef>
        <a:buFont typeface="Arial"/>
        <a:buChar char="•"/>
        <a:defRPr sz="3415" kern="1200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975360" indent="-325120" algn="l" defTabSz="1300480">
        <a:lnSpc>
          <a:spcPct val="90000"/>
        </a:lnSpc>
        <a:spcBef>
          <a:spcPct val="143000"/>
        </a:spcBef>
        <a:buFont typeface="Arial"/>
        <a:buChar char="•"/>
        <a:defRPr sz="3415" kern="1200">
          <a:solidFill>
            <a:schemeClr val="tx1"/>
          </a:solidFill>
          <a:latin typeface="微软雅黑"/>
          <a:ea typeface="微软雅黑"/>
          <a:cs typeface="微软雅黑"/>
        </a:defRPr>
      </a:lvl2pPr>
      <a:lvl3pPr xmlns:a="http://schemas.openxmlformats.org/drawingml/2006/main" marL="1625600" indent="-325120" algn="l" defTabSz="1300480">
        <a:lnSpc>
          <a:spcPct val="90000"/>
        </a:lnSpc>
        <a:spcBef>
          <a:spcPct val="143000"/>
        </a:spcBef>
        <a:buFont typeface="Arial"/>
        <a:buChar char="•"/>
        <a:defRPr sz="3415" kern="1200">
          <a:solidFill>
            <a:schemeClr val="tx1"/>
          </a:solidFill>
          <a:latin typeface="微软雅黑"/>
          <a:ea typeface="微软雅黑"/>
          <a:cs typeface="微软雅黑"/>
        </a:defRPr>
      </a:lvl3pPr>
      <a:lvl4pPr xmlns:a="http://schemas.openxmlformats.org/drawingml/2006/main" marL="2275840" indent="-325120" algn="l" defTabSz="1300480">
        <a:lnSpc>
          <a:spcPct val="90000"/>
        </a:lnSpc>
        <a:spcBef>
          <a:spcPct val="143000"/>
        </a:spcBef>
        <a:buFont typeface="Arial"/>
        <a:buChar char="•"/>
        <a:defRPr sz="3415" kern="1200">
          <a:solidFill>
            <a:schemeClr val="tx1"/>
          </a:solidFill>
          <a:latin typeface="微软雅黑"/>
          <a:ea typeface="微软雅黑"/>
          <a:cs typeface="微软雅黑"/>
        </a:defRPr>
      </a:lvl4pPr>
      <a:lvl5pPr xmlns:a="http://schemas.openxmlformats.org/drawingml/2006/main" marL="2926080" indent="-325120" algn="l" defTabSz="1300480">
        <a:lnSpc>
          <a:spcPct val="90000"/>
        </a:lnSpc>
        <a:spcBef>
          <a:spcPct val="143000"/>
        </a:spcBef>
        <a:buFont typeface="Arial"/>
        <a:buChar char="•"/>
        <a:defRPr sz="3415" kern="1200">
          <a:solidFill>
            <a:schemeClr val="tx1"/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3576320" marR="0" indent="-325120" algn="l" defTabSz="1300480">
        <a:lnSpc>
          <a:spcPct val="90000"/>
        </a:lnSpc>
        <a:spcBef>
          <a:spcPct val="143000"/>
        </a:spcBef>
        <a:spcAft>
          <a:spcPts val="0"/>
        </a:spcAft>
        <a:buClrTx/>
        <a:buSzTx/>
        <a:buFont typeface="Arial"/>
        <a:buChar char="•"/>
        <a:defRPr sz="3415" kern="1200">
          <a:solidFill>
            <a:schemeClr val="tx1"/>
          </a:solidFill>
          <a:latin typeface="微软雅黑"/>
          <a:ea typeface="微软雅黑"/>
          <a:cs typeface="微软雅黑"/>
        </a:defRPr>
      </a:lvl6pPr>
      <a:lvl7pPr xmlns:a="http://schemas.openxmlformats.org/drawingml/2006/main" marL="4226560" indent="-325120" algn="l" defTabSz="1300480">
        <a:lnSpc>
          <a:spcPct val="90000"/>
        </a:lnSpc>
        <a:spcBef>
          <a:spcPct val="143000"/>
        </a:spcBef>
        <a:buFont typeface="Arial"/>
        <a:buChar char="•"/>
        <a:defRPr sz="3415" kern="1200">
          <a:solidFill>
            <a:schemeClr val="tx1"/>
          </a:solidFill>
          <a:latin typeface="微软雅黑"/>
          <a:ea typeface="微软雅黑"/>
          <a:cs typeface="微软雅黑"/>
        </a:defRPr>
      </a:lvl7pPr>
      <a:lvl8pPr xmlns:a="http://schemas.openxmlformats.org/drawingml/2006/main" marL="4876800" indent="-325120" algn="l" defTabSz="1300480">
        <a:lnSpc>
          <a:spcPct val="90000"/>
        </a:lnSpc>
        <a:spcBef>
          <a:spcPct val="143000"/>
        </a:spcBef>
        <a:buFont typeface="Arial"/>
        <a:buChar char="•"/>
        <a:defRPr sz="3415" kern="1200">
          <a:solidFill>
            <a:schemeClr val="tx1"/>
          </a:solidFill>
          <a:latin typeface="微软雅黑"/>
          <a:ea typeface="微软雅黑"/>
          <a:cs typeface="微软雅黑"/>
        </a:defRPr>
      </a:lvl8pPr>
      <a:lvl9pPr xmlns:a="http://schemas.openxmlformats.org/drawingml/2006/main" marL="5201920" indent="0" algn="l" defTabSz="1300480">
        <a:lnSpc>
          <a:spcPct val="90000"/>
        </a:lnSpc>
        <a:spcBef>
          <a:spcPct val="143000"/>
        </a:spcBef>
        <a:buFont typeface="Arial"/>
        <a:buNone/>
        <a:defRPr sz="3415" kern="1200">
          <a:solidFill>
            <a:schemeClr val="tx1"/>
          </a:solidFill>
          <a:latin typeface="微软雅黑"/>
          <a:ea typeface="微软雅黑"/>
          <a:cs typeface="微软雅黑"/>
        </a:defRPr>
      </a:lvl9pPr>
    </p:bodyStyle>
    <p:otherStyle>
      <a:lvl1pPr xmlns:a="http://schemas.openxmlformats.org/drawingml/2006/main" marL="0" algn="l" defTabSz="1300480">
        <a:buNone/>
        <a:defRPr sz="25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algn="l" defTabSz="1300480">
        <a:buNone/>
        <a:defRPr sz="256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300480" algn="l" defTabSz="1300480">
        <a:buNone/>
        <a:defRPr sz="256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950720" algn="l" defTabSz="1300480">
        <a:buNone/>
        <a:defRPr sz="25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600960" algn="l" defTabSz="1300480">
        <a:buNone/>
        <a:defRPr sz="25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51200" algn="l" defTabSz="1300480">
        <a:buNone/>
        <a:defRPr sz="25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901440" algn="l" defTabSz="1300480">
        <a:buNone/>
        <a:defRPr sz="25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551680" algn="l" defTabSz="1300480">
        <a:buNone/>
        <a:defRPr sz="25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201920" algn="l" defTabSz="1300480">
        <a:buNone/>
        <a:defRPr sz="256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0" r:id="Rc58a1d4360104b45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05000"/>
                <a:satMod val="110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9000"/>
                <a:sat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hade val="94000"/>
                <a:lumMod val="102000"/>
                <a:satMod val="103000"/>
              </a:schemeClr>
            </a:gs>
            <a:gs pos="50000">
              <a:schemeClr val="phClr">
                <a:tint val="100000"/>
                <a:lumMod val="110000"/>
                <a:satMod val="10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45f7ea5dbef247b7" /><Relationship Type="http://schemas.openxmlformats.org/officeDocument/2006/relationships/notesSlide" Target="/ppt/notesSlides/notesSlide1.xml" Id="R587cc5d9946044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1c2882c2d9d746a1" /><Relationship Type="http://schemas.openxmlformats.org/officeDocument/2006/relationships/image" Target="/ppt/media/image.jpeg" Id="R4b5780d0ea0a41dd" /><Relationship Type="http://schemas.openxmlformats.org/officeDocument/2006/relationships/image" Target="/ppt/media/image2.jpeg" Id="R94b81681d9ec4ffb" /><Relationship Type="http://schemas.openxmlformats.org/officeDocument/2006/relationships/image" Target="/ppt/media/image.png" Id="R6694da3deb7f48ec" /><Relationship Type="http://schemas.openxmlformats.org/officeDocument/2006/relationships/notesSlide" Target="/ppt/notesSlides/notesSlide2.xml" Id="Re8a02fc8d0994b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0f6e36ea1b5f4937" /><Relationship Type="http://schemas.openxmlformats.org/officeDocument/2006/relationships/image" Target="/ppt/media/image2.png" Id="Re9be64d55efe42bb" /><Relationship Type="http://schemas.openxmlformats.org/officeDocument/2006/relationships/image" Target="/ppt/media/image3.png" Id="R3aca9c860e784bf8" /><Relationship Type="http://schemas.openxmlformats.org/officeDocument/2006/relationships/image" Target="/ppt/media/image4.png" Id="Rd247a4542cc64f28" /><Relationship Type="http://schemas.openxmlformats.org/officeDocument/2006/relationships/notesSlide" Target="/ppt/notesSlides/notesSlide3.xml" Id="Re81d5a36e23e4c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e9257d91657d4ea7" /><Relationship Type="http://schemas.openxmlformats.org/officeDocument/2006/relationships/image" Target="/ppt/media/image5.png" Id="R435ae049e4c94304" /><Relationship Type="http://schemas.openxmlformats.org/officeDocument/2006/relationships/image" Target="/ppt/media/image3.jpeg" Id="Rc1293cdb824542cf" /><Relationship Type="http://schemas.openxmlformats.org/officeDocument/2006/relationships/image" Target="/ppt/media/image4.jpeg" Id="R35be11dbc8d74973" /><Relationship Type="http://schemas.openxmlformats.org/officeDocument/2006/relationships/notesSlide" Target="/ppt/notesSlides/notesSlide4.xml" Id="R019e67bb6c4d40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cad57ce44d634499" /><Relationship Type="http://schemas.openxmlformats.org/officeDocument/2006/relationships/image" Target="/ppt/media/image5.jpeg" Id="R62d83c04d5824f4f" /><Relationship Type="http://schemas.openxmlformats.org/officeDocument/2006/relationships/notesSlide" Target="/ppt/notesSlides/notesSlide5.xml" Id="R953aa024baf24b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bccb2534ac2411b" /><Relationship Type="http://schemas.openxmlformats.org/officeDocument/2006/relationships/image" Target="/ppt/media/image6.jpeg" Id="R15f928e254cd40f8" /><Relationship Type="http://schemas.openxmlformats.org/officeDocument/2006/relationships/notesSlide" Target="/ppt/notesSlides/notesSlide6.xml" Id="Re71424f1d8b342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73E90213-D246-4DD6-AC78-C9D8CE37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1524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>
            <a:defPPr algn="r">
              <a:defRPr sz="637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defPPr>
            <a:lvl1pPr algn="r">
              <a:defRPr sz="637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1pPr>
            <a:lvl2pPr algn="r">
              <a:defRPr sz="637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2pPr>
            <a:lvl3pPr algn="r">
              <a:defRPr sz="637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3pPr>
            <a:lvl4pPr algn="r">
              <a:defRPr sz="637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4pPr>
            <a:lvl5pPr algn="r">
              <a:defRPr sz="637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5pPr>
            <a:lvl6pPr algn="r">
              <a:defRPr sz="637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6pPr>
            <a:lvl7pPr algn="r">
              <a:defRPr sz="637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7pPr>
            <a:lvl8pPr algn="r">
              <a:defRPr sz="637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8pPr>
            <a:lvl9pPr algn="r">
              <a:defRPr sz="637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r">
              <a:lnSpc>
                <a:spcPct val="96000"/>
              </a:lnSpc>
              <a:buNone/>
              <a:defRPr sz="637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pPr>
            <a:r>
              <a:rPr sz="6375" b="1">
                <a:solidFill>
                  <a:srgbClr val="104060"/>
                </a:solidFill>
                <a:latin typeface="宋体"/>
                <a:ea typeface="宋体"/>
                <a:cs typeface="宋体"/>
              </a:rPr>
              <a:t>北京市公共电动汽车充电数据分析</a:t>
            </a:r>
            <a:endParaRPr sz="100">
              <a:latin typeface="Arial"/>
              <a:ea typeface="Arial"/>
              <a:cs typeface="Arial"/>
            </a:endParaRP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E375DFF0-B9A3-4694-AC23-D9AAB195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81625"/>
            <a:ext cx="1514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>
            <a:defPPr algn="r">
              <a:defRPr sz="3600">
                <a:solidFill>
                  <a:srgbClr val="304050"/>
                </a:solidFill>
                <a:latin typeface="宋体"/>
                <a:ea typeface="宋体"/>
                <a:cs typeface="宋体"/>
              </a:defRPr>
            </a:defPPr>
            <a:lvl1pPr algn="r">
              <a:defRPr sz="3600">
                <a:solidFill>
                  <a:srgbClr val="304050"/>
                </a:solidFill>
                <a:latin typeface="宋体"/>
                <a:ea typeface="宋体"/>
                <a:cs typeface="宋体"/>
              </a:defRPr>
            </a:lvl1pPr>
            <a:lvl2pPr algn="r">
              <a:defRPr sz="3600">
                <a:solidFill>
                  <a:srgbClr val="304050"/>
                </a:solidFill>
                <a:latin typeface="宋体"/>
                <a:ea typeface="宋体"/>
                <a:cs typeface="宋体"/>
              </a:defRPr>
            </a:lvl2pPr>
            <a:lvl3pPr algn="r">
              <a:defRPr sz="3600">
                <a:solidFill>
                  <a:srgbClr val="304050"/>
                </a:solidFill>
                <a:latin typeface="宋体"/>
                <a:ea typeface="宋体"/>
                <a:cs typeface="宋体"/>
              </a:defRPr>
            </a:lvl3pPr>
            <a:lvl4pPr algn="r">
              <a:defRPr sz="3600">
                <a:solidFill>
                  <a:srgbClr val="304050"/>
                </a:solidFill>
                <a:latin typeface="宋体"/>
                <a:ea typeface="宋体"/>
                <a:cs typeface="宋体"/>
              </a:defRPr>
            </a:lvl4pPr>
            <a:lvl5pPr algn="r">
              <a:defRPr sz="3600">
                <a:solidFill>
                  <a:srgbClr val="304050"/>
                </a:solidFill>
                <a:latin typeface="宋体"/>
                <a:ea typeface="宋体"/>
                <a:cs typeface="宋体"/>
              </a:defRPr>
            </a:lvl5pPr>
            <a:lvl6pPr algn="r">
              <a:defRPr sz="3600">
                <a:solidFill>
                  <a:srgbClr val="304050"/>
                </a:solidFill>
                <a:latin typeface="宋体"/>
                <a:ea typeface="宋体"/>
                <a:cs typeface="宋体"/>
              </a:defRPr>
            </a:lvl6pPr>
            <a:lvl7pPr algn="r">
              <a:defRPr sz="3600">
                <a:solidFill>
                  <a:srgbClr val="304050"/>
                </a:solidFill>
                <a:latin typeface="宋体"/>
                <a:ea typeface="宋体"/>
                <a:cs typeface="宋体"/>
              </a:defRPr>
            </a:lvl7pPr>
            <a:lvl8pPr algn="r">
              <a:defRPr sz="3600">
                <a:solidFill>
                  <a:srgbClr val="304050"/>
                </a:solidFill>
                <a:latin typeface="宋体"/>
                <a:ea typeface="宋体"/>
                <a:cs typeface="宋体"/>
              </a:defRPr>
            </a:lvl8pPr>
            <a:lvl9pPr algn="r">
              <a:defRPr sz="3600">
                <a:solidFill>
                  <a:srgbClr val="30405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r">
              <a:lnSpc>
                <a:spcPct val="90000"/>
              </a:lnSpc>
              <a:buNone/>
              <a:defRPr sz="3600">
                <a:solidFill>
                  <a:srgbClr val="304050"/>
                </a:solidFill>
                <a:latin typeface="宋体"/>
                <a:ea typeface="宋体"/>
                <a:cs typeface="宋体"/>
              </a:defRPr>
            </a:pPr>
            <a:r>
              <a:rPr sz="3600">
                <a:solidFill>
                  <a:srgbClr val="304050"/>
                </a:solidFill>
                <a:latin typeface="宋体"/>
                <a:ea typeface="宋体"/>
                <a:cs typeface="宋体"/>
              </a:rPr>
              <a:t>阶段汇报：数据探索、异常核查与初步清洗</a:t>
            </a:r>
            <a:endParaRPr sz="100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34261214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b5780d0ea0a41dd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D937FEEC-3BA0-45D1-8561-87EFFE4B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620125"/>
            <a:ext cx="1524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CA">
              <a:alpha val="100000"/>
            </a:srgbClr>
          </a:solidFill>
          <a:ln xmlns:a="http://schemas.openxmlformats.org/drawingml/2006/main" w="0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>
            <a:defPPr algn="ctr">
              <a:defRPr sz="28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defPPr>
            <a:lvl1pPr algn="ctr">
              <a:defRPr sz="28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1pPr>
            <a:lvl2pPr algn="ctr">
              <a:defRPr sz="28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2pPr>
            <a:lvl3pPr algn="ctr">
              <a:defRPr sz="28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3pPr>
            <a:lvl4pPr algn="ctr">
              <a:defRPr sz="28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4pPr>
            <a:lvl5pPr algn="ctr">
              <a:defRPr sz="28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5pPr>
            <a:lvl6pPr algn="ctr">
              <a:defRPr sz="28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6pPr>
            <a:lvl7pPr algn="ctr">
              <a:defRPr sz="28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7pPr>
            <a:lvl8pPr algn="ctr">
              <a:defRPr sz="28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8pPr>
            <a:lvl9pPr algn="ctr">
              <a:defRPr sz="28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ctr">
              <a:lnSpc>
                <a:spcPct val="140000"/>
              </a:lnSpc>
              <a:buNone/>
              <a:defRPr sz="28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pPr>
            <a:r>
              <a:rPr sz="2850" b="1">
                <a:solidFill>
                  <a:srgbClr val="102040"/>
                </a:solidFill>
                <a:latin typeface="宋体"/>
                <a:ea typeface="宋体"/>
                <a:cs typeface="宋体"/>
              </a:rPr>
              <a:t>阶段目标：通过可视化了解时空分布，确认清洗方案后再确定选题</a:t>
            </a:r>
            <a:endParaRPr sz="1000">
              <a:latin typeface="Arial"/>
              <a:ea typeface="Arial"/>
              <a:cs typeface="Arial"/>
            </a:endParaRP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1EA909E5-2A05-44FC-9B56-4415CE04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562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>
            <a:defPPr algn="r">
              <a:defRPr sz="43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defPPr>
            <a:lvl1pPr algn="r">
              <a:defRPr sz="43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1pPr>
            <a:lvl2pPr algn="r">
              <a:defRPr sz="43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2pPr>
            <a:lvl3pPr algn="r">
              <a:defRPr sz="43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3pPr>
            <a:lvl4pPr algn="r">
              <a:defRPr sz="43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4pPr>
            <a:lvl5pPr algn="r">
              <a:defRPr sz="43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5pPr>
            <a:lvl6pPr algn="r">
              <a:defRPr sz="43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6pPr>
            <a:lvl7pPr algn="r">
              <a:defRPr sz="43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7pPr>
            <a:lvl8pPr algn="r">
              <a:defRPr sz="43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8pPr>
            <a:lvl9pPr algn="r">
              <a:defRPr sz="43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r">
              <a:lnSpc>
                <a:spcPct val="93000"/>
              </a:lnSpc>
              <a:buNone/>
              <a:defRPr sz="43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pPr>
            <a:r>
              <a:rPr sz="4350" b="1">
                <a:solidFill>
                  <a:srgbClr val="102040"/>
                </a:solidFill>
                <a:latin typeface="宋体"/>
                <a:ea typeface="宋体"/>
                <a:cs typeface="宋体"/>
              </a:rPr>
              <a:t>数据准备：约854万条订单与分析流程已就绪</a:t>
            </a:r>
            <a:endParaRPr sz="100">
              <a:latin typeface="Arial"/>
              <a:ea typeface="Arial"/>
              <a:cs typeface="Arial"/>
            </a:endParaRP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143D723E-BAFB-442F-96B0-D957AEDC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66875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>
            <a:defPPr algn="l">
              <a:defRPr sz="27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  <a:lvl1pPr algn="l">
              <a:defRPr sz="27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1pPr>
            <a:lvl2pPr algn="l">
              <a:defRPr sz="27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2pPr>
            <a:lvl3pPr algn="l">
              <a:defRPr sz="27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3pPr>
            <a:lvl4pPr algn="l">
              <a:defRPr sz="27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4pPr>
            <a:lvl5pPr algn="l">
              <a:defRPr sz="27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5pPr>
            <a:lvl6pPr algn="l">
              <a:defRPr sz="27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6pPr>
            <a:lvl7pPr algn="l">
              <a:defRPr sz="27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7pPr>
            <a:lvl8pPr algn="l">
              <a:defRPr sz="27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8pPr>
            <a:lvl9pPr algn="l">
              <a:defRPr sz="27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lnSpc>
                <a:spcPct val="91000"/>
              </a:lnSpc>
              <a:buNone/>
              <a:defRPr sz="27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70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Engineering &amp; Isolation</a:t>
            </a:r>
            <a:endParaRPr sz="100">
              <a:latin typeface="Arial"/>
              <a:ea typeface="Arial"/>
              <a:cs typeface="Arial"/>
            </a:endParaRP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23A4C9E4-22D8-4CF2-84ED-F5D84F0D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524250"/>
            <a:ext cx="5238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>
            <a:defPPr algn="l">
              <a:defRPr sz="25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  <a:lvl1pPr algn="l">
              <a:defRPr sz="25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1pPr>
            <a:lvl2pPr algn="l">
              <a:defRPr sz="25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2pPr>
            <a:lvl3pPr algn="l">
              <a:defRPr sz="25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3pPr>
            <a:lvl4pPr algn="l">
              <a:defRPr sz="25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4pPr>
            <a:lvl5pPr algn="l">
              <a:defRPr sz="25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5pPr>
            <a:lvl6pPr algn="l">
              <a:defRPr sz="25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6pPr>
            <a:lvl7pPr algn="l">
              <a:defRPr sz="25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7pPr>
            <a:lvl8pPr algn="l">
              <a:defRPr sz="25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8pPr>
            <a:lvl9pPr algn="l">
              <a:defRPr sz="25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lnSpc>
                <a:spcPct val="87000"/>
              </a:lnSpc>
              <a:buNone/>
              <a:defRPr sz="25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55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原始数据独立保存</a:t>
            </a:r>
            <a:endParaRPr sz="10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 algn="l">
              <a:lnSpc>
                <a:spcPct val="86000"/>
              </a:lnSpc>
              <a:buNone/>
              <a:defRPr sz="25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550" spc="-5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不修改原始文件</a:t>
            </a:r>
            <a:endParaRPr sz="2600">
              <a:latin typeface="宋体"/>
              <a:ea typeface="宋体"/>
              <a:cs typeface="宋体"/>
            </a:endParaRP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613776A5-44D1-481F-8079-3BED1DCD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381875"/>
            <a:ext cx="695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>
            <a:defPPr algn="ctr">
              <a:defRPr sz="2700">
                <a:solidFill>
                  <a:srgbClr val="202050"/>
                </a:solidFill>
                <a:latin typeface="宋体"/>
                <a:ea typeface="宋体"/>
                <a:cs typeface="宋体"/>
              </a:defRPr>
            </a:defPPr>
            <a:lvl1pPr algn="ctr">
              <a:defRPr sz="2700">
                <a:solidFill>
                  <a:srgbClr val="202050"/>
                </a:solidFill>
                <a:latin typeface="宋体"/>
                <a:ea typeface="宋体"/>
                <a:cs typeface="宋体"/>
              </a:defRPr>
            </a:lvl1pPr>
            <a:lvl2pPr algn="ctr">
              <a:defRPr sz="2700">
                <a:solidFill>
                  <a:srgbClr val="202050"/>
                </a:solidFill>
                <a:latin typeface="宋体"/>
                <a:ea typeface="宋体"/>
                <a:cs typeface="宋体"/>
              </a:defRPr>
            </a:lvl2pPr>
            <a:lvl3pPr algn="ctr">
              <a:defRPr sz="2700">
                <a:solidFill>
                  <a:srgbClr val="202050"/>
                </a:solidFill>
                <a:latin typeface="宋体"/>
                <a:ea typeface="宋体"/>
                <a:cs typeface="宋体"/>
              </a:defRPr>
            </a:lvl3pPr>
            <a:lvl4pPr algn="ctr">
              <a:defRPr sz="2700">
                <a:solidFill>
                  <a:srgbClr val="202050"/>
                </a:solidFill>
                <a:latin typeface="宋体"/>
                <a:ea typeface="宋体"/>
                <a:cs typeface="宋体"/>
              </a:defRPr>
            </a:lvl4pPr>
            <a:lvl5pPr algn="ctr">
              <a:defRPr sz="2700">
                <a:solidFill>
                  <a:srgbClr val="202050"/>
                </a:solidFill>
                <a:latin typeface="宋体"/>
                <a:ea typeface="宋体"/>
                <a:cs typeface="宋体"/>
              </a:defRPr>
            </a:lvl5pPr>
            <a:lvl6pPr algn="ctr">
              <a:defRPr sz="2700">
                <a:solidFill>
                  <a:srgbClr val="202050"/>
                </a:solidFill>
                <a:latin typeface="宋体"/>
                <a:ea typeface="宋体"/>
                <a:cs typeface="宋体"/>
              </a:defRPr>
            </a:lvl6pPr>
            <a:lvl7pPr algn="ctr">
              <a:defRPr sz="2700">
                <a:solidFill>
                  <a:srgbClr val="202050"/>
                </a:solidFill>
                <a:latin typeface="宋体"/>
                <a:ea typeface="宋体"/>
                <a:cs typeface="宋体"/>
              </a:defRPr>
            </a:lvl7pPr>
            <a:lvl8pPr algn="ctr">
              <a:defRPr sz="2700">
                <a:solidFill>
                  <a:srgbClr val="202050"/>
                </a:solidFill>
                <a:latin typeface="宋体"/>
                <a:ea typeface="宋体"/>
                <a:cs typeface="宋体"/>
              </a:defRPr>
            </a:lvl8pPr>
            <a:lvl9pPr algn="ctr">
              <a:defRPr sz="2700">
                <a:solidFill>
                  <a:srgbClr val="20205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ctr">
              <a:lnSpc>
                <a:spcPct val="88000"/>
              </a:lnSpc>
              <a:buNone/>
              <a:defRPr sz="2700">
                <a:solidFill>
                  <a:srgbClr val="202050"/>
                </a:solidFill>
                <a:latin typeface="宋体"/>
                <a:ea typeface="宋体"/>
                <a:cs typeface="宋体"/>
              </a:defRPr>
            </a:pPr>
            <a:r>
              <a:rPr sz="2700">
                <a:solidFill>
                  <a:srgbClr val="202050"/>
                </a:solidFill>
                <a:latin typeface="宋体"/>
                <a:ea typeface="宋体"/>
                <a:cs typeface="宋体"/>
              </a:rPr>
              <a:t>GitHub 代码与结果版本管理</a:t>
            </a:r>
            <a:endParaRPr sz="100">
              <a:latin typeface="Arial"/>
              <a:ea typeface="Arial"/>
              <a:cs typeface="Arial"/>
            </a:endParaRP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8F5D438A-94B8-4219-A3BC-298021A5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657850"/>
            <a:ext cx="695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>
            <a:defPPr algn="ctr">
              <a:defRPr sz="27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  <a:lvl1pPr algn="ctr">
              <a:defRPr sz="27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1pPr>
            <a:lvl2pPr algn="ctr">
              <a:defRPr sz="27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2pPr>
            <a:lvl3pPr algn="ctr">
              <a:defRPr sz="27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3pPr>
            <a:lvl4pPr algn="ctr">
              <a:defRPr sz="27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4pPr>
            <a:lvl5pPr algn="ctr">
              <a:defRPr sz="27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5pPr>
            <a:lvl6pPr algn="ctr">
              <a:defRPr sz="27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6pPr>
            <a:lvl7pPr algn="ctr">
              <a:defRPr sz="27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7pPr>
            <a:lvl8pPr algn="ctr">
              <a:defRPr sz="27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8pPr>
            <a:lvl9pPr algn="ctr">
              <a:defRPr sz="27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ctr">
              <a:lnSpc>
                <a:spcPct val="99000"/>
              </a:lnSpc>
              <a:buNone/>
              <a:defRPr sz="27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70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Python 数据检查与分析</a:t>
            </a:r>
            <a:endParaRPr sz="100">
              <a:latin typeface="Arial"/>
              <a:ea typeface="Arial"/>
              <a:cs typeface="Arial"/>
            </a:endParaRPr>
          </a:p>
        </p:txBody>
      </p:sp>
      <p:pic>
        <p:nvPicPr>
          <p:cNvPr id="28" name="picture 28">
            <a:extLst xmlns:a="http://schemas.openxmlformats.org/drawingml/2006/main">
              <a:ext uri="{FF2B5EF4-FFF2-40B4-BE49-F238E27FC236}">
                <a16:creationId xmlns:a16="http://schemas.microsoft.com/office/drawing/2014/main" id="{BF7B5C01-7ED0-481F-AB07-05F710E557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b81681d9ec4f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9442376" y="3257507"/>
            <a:ext cx="946281" cy="1111325"/>
          </a:xfrm>
          <a:prstGeom xmlns:a="http://schemas.openxmlformats.org/drawingml/2006/main" prst="rect">
            <a:avLst/>
          </a:prstGeom>
        </p:spPr>
      </p:pic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22917481-59C3-401C-B480-304E8564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>
            <a:defPPr algn="l">
              <a:defRPr sz="2850">
                <a:solidFill>
                  <a:srgbClr val="102040"/>
                </a:solidFill>
                <a:latin typeface="宋体"/>
                <a:ea typeface="宋体"/>
                <a:cs typeface="宋体"/>
              </a:defRPr>
            </a:defPPr>
            <a:lvl1pPr algn="l">
              <a:defRPr sz="2850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1pPr>
            <a:lvl2pPr algn="l">
              <a:defRPr sz="2850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2pPr>
            <a:lvl3pPr algn="l">
              <a:defRPr sz="2850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3pPr>
            <a:lvl4pPr algn="l">
              <a:defRPr sz="2850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4pPr>
            <a:lvl5pPr algn="l">
              <a:defRPr sz="2850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5pPr>
            <a:lvl6pPr algn="l">
              <a:defRPr sz="2850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6pPr>
            <a:lvl7pPr algn="l">
              <a:defRPr sz="2850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7pPr>
            <a:lvl8pPr algn="l">
              <a:defRPr sz="2850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8pPr>
            <a:lvl9pPr algn="l">
              <a:defRPr sz="2850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2850">
                <a:solidFill>
                  <a:srgbClr val="102040"/>
                </a:solidFill>
                <a:latin typeface="宋体"/>
                <a:ea typeface="宋体"/>
                <a:cs typeface="宋体"/>
              </a:defRPr>
            </a:pPr>
            <a:r>
              <a:rPr sz="2850">
                <a:solidFill>
                  <a:srgbClr val="102040"/>
                </a:solidFill>
                <a:latin typeface="宋体"/>
                <a:ea typeface="宋体"/>
                <a:cs typeface="宋体"/>
              </a:rPr>
              <a:t>Data Scale</a:t>
            </a:r>
            <a:endParaRPr sz="100">
              <a:latin typeface="Arial"/>
              <a:ea typeface="Arial"/>
              <a:cs typeface="Arial"/>
            </a:endParaRP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47616B-81EC-4E40-A5E2-C8F27FBB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7524750" cy="592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defPPr>
            <a:lvl1pPr algn="l">
              <a:defRPr sz="10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1pPr>
            <a:lvl2pPr algn="l">
              <a:defRPr sz="10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2pPr>
            <a:lvl3pPr algn="l">
              <a:defRPr sz="10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3pPr>
            <a:lvl4pPr algn="l">
              <a:defRPr sz="10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4pPr>
            <a:lvl5pPr algn="l">
              <a:defRPr sz="10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5pPr>
            <a:lvl6pPr algn="l">
              <a:defRPr sz="10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6pPr>
            <a:lvl7pPr algn="l">
              <a:defRPr sz="10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7pPr>
            <a:lvl8pPr algn="l">
              <a:defRPr sz="10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8pPr>
            <a:lvl9pPr algn="l">
              <a:defRPr sz="10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C32DA2-4D38-4047-ADA6-ADE67F81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3476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6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defPPr>
            <a:lvl1pPr algn="l">
              <a:defRPr sz="76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1pPr>
            <a:lvl2pPr algn="l">
              <a:defRPr sz="76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2pPr>
            <a:lvl3pPr algn="l">
              <a:defRPr sz="76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3pPr>
            <a:lvl4pPr algn="l">
              <a:defRPr sz="76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4pPr>
            <a:lvl5pPr algn="l">
              <a:defRPr sz="76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5pPr>
            <a:lvl6pPr algn="l">
              <a:defRPr sz="76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6pPr>
            <a:lvl7pPr algn="l">
              <a:defRPr sz="76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7pPr>
            <a:lvl8pPr algn="l">
              <a:defRPr sz="76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8pPr>
            <a:lvl9pPr algn="l">
              <a:defRPr sz="76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76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pPr>
            <a:r>
              <a:rPr sz="7650" b="1">
                <a:solidFill>
                  <a:srgbClr val="102040"/>
                </a:solidFill>
                <a:latin typeface="宋体"/>
                <a:ea typeface="宋体"/>
                <a:cs typeface="宋体"/>
              </a:rPr>
              <a:t>8.54M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433BE0-0A6A-4078-8652-56CD0DD6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81250"/>
            <a:ext cx="342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6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defPPr>
            <a:lvl1pPr algn="l">
              <a:defRPr sz="76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1pPr>
            <a:lvl2pPr algn="l">
              <a:defRPr sz="76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2pPr>
            <a:lvl3pPr algn="l">
              <a:defRPr sz="76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3pPr>
            <a:lvl4pPr algn="l">
              <a:defRPr sz="76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4pPr>
            <a:lvl5pPr algn="l">
              <a:defRPr sz="76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5pPr>
            <a:lvl6pPr algn="l">
              <a:defRPr sz="76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6pPr>
            <a:lvl7pPr algn="l">
              <a:defRPr sz="76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7pPr>
            <a:lvl8pPr algn="l">
              <a:defRPr sz="76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8pPr>
            <a:lvl9pPr algn="l">
              <a:defRPr sz="76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76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pPr>
            <a:r>
              <a:rPr sz="7650" b="1">
                <a:solidFill>
                  <a:srgbClr val="102040"/>
                </a:solidFill>
                <a:latin typeface="宋体"/>
                <a:ea typeface="宋体"/>
                <a:cs typeface="宋体"/>
              </a:rPr>
              <a:t>14.3K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7547E2-93BF-47C4-917F-56D1BAF9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3381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5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defPPr>
            <a:lvl1pPr algn="l">
              <a:defRPr sz="225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1pPr>
            <a:lvl2pPr algn="l">
              <a:defRPr sz="225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2pPr>
            <a:lvl3pPr algn="l">
              <a:defRPr sz="225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3pPr>
            <a:lvl4pPr algn="l">
              <a:defRPr sz="225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4pPr>
            <a:lvl5pPr algn="l">
              <a:defRPr sz="225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5pPr>
            <a:lvl6pPr algn="l">
              <a:defRPr sz="225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6pPr>
            <a:lvl7pPr algn="l">
              <a:defRPr sz="225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7pPr>
            <a:lvl8pPr algn="l">
              <a:defRPr sz="225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8pPr>
            <a:lvl9pPr algn="l">
              <a:defRPr sz="225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pPr>
            <a:r>
              <a:rPr sz="2250" b="0">
                <a:solidFill>
                  <a:srgbClr val="203050"/>
                </a:solidFill>
                <a:latin typeface="宋体"/>
                <a:ea typeface="宋体"/>
                <a:cs typeface="宋体"/>
              </a:rPr>
              <a:t>充电订单记录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3E48B1-056F-406A-8DD1-9BB7618E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1475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5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defPPr>
            <a:lvl1pPr algn="l">
              <a:defRPr sz="225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1pPr>
            <a:lvl2pPr algn="l">
              <a:defRPr sz="225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2pPr>
            <a:lvl3pPr algn="l">
              <a:defRPr sz="225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3pPr>
            <a:lvl4pPr algn="l">
              <a:defRPr sz="225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4pPr>
            <a:lvl5pPr algn="l">
              <a:defRPr sz="225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5pPr>
            <a:lvl6pPr algn="l">
              <a:defRPr sz="225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6pPr>
            <a:lvl7pPr algn="l">
              <a:defRPr sz="225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7pPr>
            <a:lvl8pPr algn="l">
              <a:defRPr sz="225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8pPr>
            <a:lvl9pPr algn="l">
              <a:defRPr sz="225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pPr>
            <a:r>
              <a:rPr sz="2250" b="0">
                <a:solidFill>
                  <a:srgbClr val="203050"/>
                </a:solidFill>
                <a:latin typeface="宋体"/>
                <a:ea typeface="宋体"/>
                <a:cs typeface="宋体"/>
              </a:rPr>
              <a:t>站点月度统计记录</a:t>
            </a:r>
          </a:p>
        </p:txBody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C0D80B-362C-45A2-A472-52101F7BE7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94da3deb7f48ec"/>
          <a:stretch xmlns:a="http://schemas.openxmlformats.org/drawingml/2006/main"/>
        </p:blipFill>
        <p:spPr>
          <a:xfrm xmlns:a="http://schemas.openxmlformats.org/drawingml/2006/main">
            <a:off x="933450" y="4462310"/>
            <a:ext cx="7334250" cy="343883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CBEC08-D32B-4253-B119-C83D9FD5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115300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0">
                <a:solidFill>
                  <a:srgbClr val="506070"/>
                </a:solidFill>
                <a:latin typeface="宋体"/>
                <a:ea typeface="宋体"/>
                <a:cs typeface="宋体"/>
              </a:defRPr>
            </a:defPPr>
            <a:lvl1pPr algn="l">
              <a:defRPr sz="1725" b="0">
                <a:solidFill>
                  <a:srgbClr val="506070"/>
                </a:solidFill>
                <a:latin typeface="宋体"/>
                <a:ea typeface="宋体"/>
                <a:cs typeface="宋体"/>
              </a:defRPr>
            </a:lvl1pPr>
            <a:lvl2pPr algn="l">
              <a:defRPr sz="1725" b="0">
                <a:solidFill>
                  <a:srgbClr val="506070"/>
                </a:solidFill>
                <a:latin typeface="宋体"/>
                <a:ea typeface="宋体"/>
                <a:cs typeface="宋体"/>
              </a:defRPr>
            </a:lvl2pPr>
            <a:lvl3pPr algn="l">
              <a:defRPr sz="1725" b="0">
                <a:solidFill>
                  <a:srgbClr val="506070"/>
                </a:solidFill>
                <a:latin typeface="宋体"/>
                <a:ea typeface="宋体"/>
                <a:cs typeface="宋体"/>
              </a:defRPr>
            </a:lvl3pPr>
            <a:lvl4pPr algn="l">
              <a:defRPr sz="1725" b="0">
                <a:solidFill>
                  <a:srgbClr val="506070"/>
                </a:solidFill>
                <a:latin typeface="宋体"/>
                <a:ea typeface="宋体"/>
                <a:cs typeface="宋体"/>
              </a:defRPr>
            </a:lvl4pPr>
            <a:lvl5pPr algn="l">
              <a:defRPr sz="1725" b="0">
                <a:solidFill>
                  <a:srgbClr val="506070"/>
                </a:solidFill>
                <a:latin typeface="宋体"/>
                <a:ea typeface="宋体"/>
                <a:cs typeface="宋体"/>
              </a:defRPr>
            </a:lvl5pPr>
            <a:lvl6pPr algn="l">
              <a:defRPr sz="1725" b="0">
                <a:solidFill>
                  <a:srgbClr val="506070"/>
                </a:solidFill>
                <a:latin typeface="宋体"/>
                <a:ea typeface="宋体"/>
                <a:cs typeface="宋体"/>
              </a:defRPr>
            </a:lvl6pPr>
            <a:lvl7pPr algn="l">
              <a:defRPr sz="1725" b="0">
                <a:solidFill>
                  <a:srgbClr val="506070"/>
                </a:solidFill>
                <a:latin typeface="宋体"/>
                <a:ea typeface="宋体"/>
                <a:cs typeface="宋体"/>
              </a:defRPr>
            </a:lvl7pPr>
            <a:lvl8pPr algn="l">
              <a:defRPr sz="1725" b="0">
                <a:solidFill>
                  <a:srgbClr val="506070"/>
                </a:solidFill>
                <a:latin typeface="宋体"/>
                <a:ea typeface="宋体"/>
                <a:cs typeface="宋体"/>
              </a:defRPr>
            </a:lvl8pPr>
            <a:lvl9pPr algn="l">
              <a:defRPr sz="1725" b="0">
                <a:solidFill>
                  <a:srgbClr val="50607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06070"/>
                </a:solidFill>
                <a:latin typeface="宋体"/>
                <a:ea typeface="宋体"/>
                <a:cs typeface="宋体"/>
              </a:defRPr>
            </a:pPr>
            <a:r>
              <a:rPr sz="1725" b="0">
                <a:solidFill>
                  <a:srgbClr val="506070"/>
                </a:solidFill>
                <a:latin typeface="宋体"/>
                <a:ea typeface="宋体"/>
                <a:cs typeface="宋体"/>
              </a:rPr>
              <a:t>2025年1月与7月，图示为第一版清洗后统计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D5B6B2-FC13-4838-B474-8F3A5AEF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05075"/>
            <a:ext cx="676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85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defPPr>
            <a:lvl1pPr algn="ctr">
              <a:defRPr sz="285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1pPr>
            <a:lvl2pPr algn="ctr">
              <a:defRPr sz="285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2pPr>
            <a:lvl3pPr algn="ctr">
              <a:defRPr sz="285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3pPr>
            <a:lvl4pPr algn="ctr">
              <a:defRPr sz="285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4pPr>
            <a:lvl5pPr algn="ctr">
              <a:defRPr sz="285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5pPr>
            <a:lvl6pPr algn="ctr">
              <a:defRPr sz="285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6pPr>
            <a:lvl7pPr algn="ctr">
              <a:defRPr sz="285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7pPr>
            <a:lvl8pPr algn="ctr">
              <a:defRPr sz="285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8pPr>
            <a:lvl9pPr algn="ctr">
              <a:defRPr sz="285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pPr>
            <a:r>
              <a:rPr sz="2850" b="0">
                <a:solidFill>
                  <a:srgbClr val="203050"/>
                </a:solidFill>
                <a:latin typeface="宋体"/>
                <a:ea typeface="宋体"/>
                <a:cs typeface="宋体"/>
              </a:rPr>
              <a:t>原始数据接入</a:t>
            </a:r>
          </a:p>
        </p:txBody>
      </p:sp>
    </p:spTree>
    <p:extLst>
      <p:ext uri="{BB962C8B-B14F-4D97-AF65-F5344CB8AC3E}">
        <p14:creationId xmlns:p14="http://schemas.microsoft.com/office/powerpoint/2010/main" val="928471261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9be64d55efe42bb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34" name="table 34">
            <a:extLst xmlns:a="http://schemas.openxmlformats.org/drawingml/2006/main">
              <a:ext uri="{FF2B5EF4-FFF2-40B4-BE49-F238E27FC236}">
                <a16:creationId xmlns:a16="http://schemas.microsoft.com/office/drawing/2014/main" id="{8C74AC83-F362-4A2C-8870-0235915C0BF6}"/>
              </a:ext>
            </a:extLst>
          </p:cNvPr>
          <p:cNvGraphicFramePr/>
          <p:nvPr/>
        </p:nvGraphicFramePr>
        <p:xfrm>
          <a:off xmlns:a="http://schemas.openxmlformats.org/drawingml/2006/main" x="898545" y="1850984"/>
          <a:ext xmlns:a="http://schemas.openxmlformats.org/drawingml/2006/main" cx="16478250" cy="716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49825"/>
                <a:gridCol w="5708650"/>
                <a:gridCol w="4946650"/>
                <a:gridCol w="873125"/>
              </a:tblGrid>
              <a:tr h="758825">
                <a:tc rowSpan="2">
                  <a:txBody>
                    <a:bodyPr lIns="190500" tIns="171450" rIns="190500" bIns="762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8"/>
                        </a:spcAft>
                        <a:buNone/>
                      </a:pPr>
                      <a:r>
                        <a:rPr sz="2325" b="1">
                          <a:solidFill>
                            <a:srgbClr val="182A35"/>
                          </a:solidFill>
                          <a:latin typeface="黑体"/>
                          <a:ea typeface="黑体"/>
                          <a:cs typeface="黑体"/>
                        </a:rPr>
                        <a:t>A  基础检查</a:t>
                      </a:r>
                    </a:p>
                  </a:txBody>
                  <a:tcPr marL="0" marR="0" marT="0" marB="0" vert="horz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 lIns="190500" tIns="171450" rIns="190500" bIns="762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8"/>
                        </a:spcAft>
                        <a:buNone/>
                      </a:pPr>
                      <a:r>
                        <a:rPr sz="2325" b="1">
                          <a:solidFill>
                            <a:srgbClr val="182A35"/>
                          </a:solidFill>
                          <a:latin typeface="黑体"/>
                          <a:ea typeface="黑体"/>
                          <a:cs typeface="黑体"/>
                        </a:rPr>
                        <a:t>B  充电时段分布</a:t>
                      </a:r>
                    </a:p>
                  </a:txBody>
                  <a:tcPr marL="0" marR="0" marT="0" marB="0" vert="horz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 lIns="190500" tIns="171450" rIns="190500" bIns="762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8"/>
                        </a:spcAft>
                        <a:buNone/>
                      </a:pPr>
                      <a:r>
                        <a:rPr sz="2325" b="1">
                          <a:solidFill>
                            <a:srgbClr val="182A35"/>
                          </a:solidFill>
                          <a:latin typeface="黑体"/>
                          <a:ea typeface="黑体"/>
                          <a:cs typeface="黑体"/>
                        </a:rPr>
                        <a:t>C  空间分布与文献</a:t>
                      </a:r>
                    </a:p>
                  </a:txBody>
                  <a:tcPr marL="0" marR="0" marT="0" marB="0" vert="horz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68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T="0" marB="0" vert="horz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T="0" marB="0" vert="horz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T="0" marB="0" vert="horz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207125">
                <a:tc>
                  <a:txBody>
                    <a:bodyPr lIns="190500" tIns="171450" rIns="190500" bIns="762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8"/>
                        </a:spcAft>
                        <a:buNone/>
                      </a:pPr>
                      <a:r>
                        <a:rPr sz="2100" b="0">
                          <a:solidFill>
                            <a:srgbClr val="182A35"/>
                          </a:solidFill>
                          <a:latin typeface="黑体"/>
                          <a:ea typeface="黑体"/>
                          <a:cs typeface="黑体"/>
                        </a:rPr>
                        <a:t/>
                      </a:r>
                    </a:p>
                  </a:txBody>
                  <a:tcPr marL="0" marR="0" marT="0" marB="0" vert="horz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lIns="190500" tIns="171450" rIns="190500" bIns="762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8"/>
                        </a:spcAft>
                        <a:buNone/>
                      </a:pPr>
                      <a:r>
                        <a:rPr sz="2100" b="0">
                          <a:solidFill>
                            <a:srgbClr val="182A35"/>
                          </a:solidFill>
                          <a:latin typeface="黑体"/>
                          <a:ea typeface="黑体"/>
                          <a:cs typeface="黑体"/>
                        </a:rPr>
                        <a:t/>
                      </a:r>
                    </a:p>
                  </a:txBody>
                  <a:tcPr marL="0" marR="0" marT="0" marB="0" vert="horz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lIns="190500" tIns="171450" rIns="190500" bIns="762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8"/>
                        </a:spcAft>
                        <a:buNone/>
                      </a:pPr>
                      <a:r>
                        <a:rPr sz="2100" b="0">
                          <a:solidFill>
                            <a:srgbClr val="182A35"/>
                          </a:solidFill>
                          <a:latin typeface="黑体"/>
                          <a:ea typeface="黑体"/>
                          <a:cs typeface="黑体"/>
                        </a:rPr>
                        <a:t/>
                      </a:r>
                    </a:p>
                  </a:txBody>
                  <a:tcPr marL="0" marR="0" marT="0" marB="0" vert="horz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T="0" marB="0" vert="horz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18A054F5-A6FC-4126-A67D-9B66BADA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476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>
            <a:defPPr algn="r">
              <a:defRPr sz="4350" b="1">
                <a:solidFill>
                  <a:srgbClr val="203050"/>
                </a:solidFill>
                <a:latin typeface="宋体"/>
                <a:ea typeface="宋体"/>
                <a:cs typeface="宋体"/>
              </a:defRPr>
            </a:defPPr>
            <a:lvl1pPr algn="r">
              <a:defRPr sz="4350" b="1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1pPr>
            <a:lvl2pPr algn="r">
              <a:defRPr sz="4350" b="1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2pPr>
            <a:lvl3pPr algn="r">
              <a:defRPr sz="4350" b="1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3pPr>
            <a:lvl4pPr algn="r">
              <a:defRPr sz="4350" b="1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4pPr>
            <a:lvl5pPr algn="r">
              <a:defRPr sz="4350" b="1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5pPr>
            <a:lvl6pPr algn="r">
              <a:defRPr sz="4350" b="1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6pPr>
            <a:lvl7pPr algn="r">
              <a:defRPr sz="4350" b="1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7pPr>
            <a:lvl8pPr algn="r">
              <a:defRPr sz="4350" b="1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8pPr>
            <a:lvl9pPr algn="r">
              <a:defRPr sz="4350" b="1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r">
              <a:lnSpc>
                <a:spcPct val="90000"/>
              </a:lnSpc>
              <a:buNone/>
              <a:defRPr sz="4350" b="1">
                <a:solidFill>
                  <a:srgbClr val="203050"/>
                </a:solidFill>
                <a:latin typeface="宋体"/>
                <a:ea typeface="宋体"/>
                <a:cs typeface="宋体"/>
              </a:defRPr>
            </a:pPr>
            <a:r>
              <a:rPr sz="4350" b="1">
                <a:solidFill>
                  <a:srgbClr val="203050"/>
                </a:solidFill>
                <a:latin typeface="宋体"/>
                <a:ea typeface="宋体"/>
                <a:cs typeface="宋体"/>
              </a:rPr>
              <a:t>已完成工作：数据核查、实际图表与文献整理</a:t>
            </a:r>
            <a:endParaRPr sz="100">
              <a:latin typeface="Arial"/>
              <a:ea typeface="Arial"/>
              <a:cs typeface="Arial"/>
            </a:endParaRP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435075-EDFD-4294-8CCD-9F5D2A02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71875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406850"/>
                </a:solidFill>
                <a:latin typeface="宋体"/>
                <a:ea typeface="宋体"/>
                <a:cs typeface="宋体"/>
              </a:defRPr>
            </a:defPPr>
            <a:lvl1pPr algn="l">
              <a:defRPr sz="1950" b="1">
                <a:solidFill>
                  <a:srgbClr val="406850"/>
                </a:solidFill>
                <a:latin typeface="宋体"/>
                <a:ea typeface="宋体"/>
                <a:cs typeface="宋体"/>
              </a:defRPr>
            </a:lvl1pPr>
            <a:lvl2pPr algn="l">
              <a:defRPr sz="1950" b="1">
                <a:solidFill>
                  <a:srgbClr val="406850"/>
                </a:solidFill>
                <a:latin typeface="宋体"/>
                <a:ea typeface="宋体"/>
                <a:cs typeface="宋体"/>
              </a:defRPr>
            </a:lvl2pPr>
            <a:lvl3pPr algn="l">
              <a:defRPr sz="1950" b="1">
                <a:solidFill>
                  <a:srgbClr val="406850"/>
                </a:solidFill>
                <a:latin typeface="宋体"/>
                <a:ea typeface="宋体"/>
                <a:cs typeface="宋体"/>
              </a:defRPr>
            </a:lvl3pPr>
            <a:lvl4pPr algn="l">
              <a:defRPr sz="1950" b="1">
                <a:solidFill>
                  <a:srgbClr val="406850"/>
                </a:solidFill>
                <a:latin typeface="宋体"/>
                <a:ea typeface="宋体"/>
                <a:cs typeface="宋体"/>
              </a:defRPr>
            </a:lvl4pPr>
            <a:lvl5pPr algn="l">
              <a:defRPr sz="1950" b="1">
                <a:solidFill>
                  <a:srgbClr val="406850"/>
                </a:solidFill>
                <a:latin typeface="宋体"/>
                <a:ea typeface="宋体"/>
                <a:cs typeface="宋体"/>
              </a:defRPr>
            </a:lvl5pPr>
            <a:lvl6pPr algn="l">
              <a:defRPr sz="1950" b="1">
                <a:solidFill>
                  <a:srgbClr val="406850"/>
                </a:solidFill>
                <a:latin typeface="宋体"/>
                <a:ea typeface="宋体"/>
                <a:cs typeface="宋体"/>
              </a:defRPr>
            </a:lvl6pPr>
            <a:lvl7pPr algn="l">
              <a:defRPr sz="1950" b="1">
                <a:solidFill>
                  <a:srgbClr val="406850"/>
                </a:solidFill>
                <a:latin typeface="宋体"/>
                <a:ea typeface="宋体"/>
                <a:cs typeface="宋体"/>
              </a:defRPr>
            </a:lvl7pPr>
            <a:lvl8pPr algn="l">
              <a:defRPr sz="1950" b="1">
                <a:solidFill>
                  <a:srgbClr val="406850"/>
                </a:solidFill>
                <a:latin typeface="宋体"/>
                <a:ea typeface="宋体"/>
                <a:cs typeface="宋体"/>
              </a:defRPr>
            </a:lvl8pPr>
            <a:lvl9pPr algn="l">
              <a:defRPr sz="1950" b="1">
                <a:solidFill>
                  <a:srgbClr val="40685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06850"/>
                </a:solidFill>
                <a:latin typeface="宋体"/>
                <a:ea typeface="宋体"/>
                <a:cs typeface="宋体"/>
              </a:defRPr>
            </a:pPr>
            <a:r>
              <a:rPr sz="1950" b="1">
                <a:solidFill>
                  <a:srgbClr val="406850"/>
                </a:solidFill>
                <a:latin typeface="宋体"/>
                <a:ea typeface="宋体"/>
                <a:cs typeface="宋体"/>
              </a:rPr>
              <a:t>已完成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5B2817B-F1B0-4123-B3C0-92418C5A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81625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406850"/>
                </a:solidFill>
                <a:latin typeface="宋体"/>
                <a:ea typeface="宋体"/>
                <a:cs typeface="宋体"/>
              </a:defRPr>
            </a:defPPr>
            <a:lvl1pPr algn="l">
              <a:defRPr sz="1950" b="1">
                <a:solidFill>
                  <a:srgbClr val="406850"/>
                </a:solidFill>
                <a:latin typeface="宋体"/>
                <a:ea typeface="宋体"/>
                <a:cs typeface="宋体"/>
              </a:defRPr>
            </a:lvl1pPr>
            <a:lvl2pPr algn="l">
              <a:defRPr sz="1950" b="1">
                <a:solidFill>
                  <a:srgbClr val="406850"/>
                </a:solidFill>
                <a:latin typeface="宋体"/>
                <a:ea typeface="宋体"/>
                <a:cs typeface="宋体"/>
              </a:defRPr>
            </a:lvl2pPr>
            <a:lvl3pPr algn="l">
              <a:defRPr sz="1950" b="1">
                <a:solidFill>
                  <a:srgbClr val="406850"/>
                </a:solidFill>
                <a:latin typeface="宋体"/>
                <a:ea typeface="宋体"/>
                <a:cs typeface="宋体"/>
              </a:defRPr>
            </a:lvl3pPr>
            <a:lvl4pPr algn="l">
              <a:defRPr sz="1950" b="1">
                <a:solidFill>
                  <a:srgbClr val="406850"/>
                </a:solidFill>
                <a:latin typeface="宋体"/>
                <a:ea typeface="宋体"/>
                <a:cs typeface="宋体"/>
              </a:defRPr>
            </a:lvl4pPr>
            <a:lvl5pPr algn="l">
              <a:defRPr sz="1950" b="1">
                <a:solidFill>
                  <a:srgbClr val="406850"/>
                </a:solidFill>
                <a:latin typeface="宋体"/>
                <a:ea typeface="宋体"/>
                <a:cs typeface="宋体"/>
              </a:defRPr>
            </a:lvl5pPr>
            <a:lvl6pPr algn="l">
              <a:defRPr sz="1950" b="1">
                <a:solidFill>
                  <a:srgbClr val="406850"/>
                </a:solidFill>
                <a:latin typeface="宋体"/>
                <a:ea typeface="宋体"/>
                <a:cs typeface="宋体"/>
              </a:defRPr>
            </a:lvl6pPr>
            <a:lvl7pPr algn="l">
              <a:defRPr sz="1950" b="1">
                <a:solidFill>
                  <a:srgbClr val="406850"/>
                </a:solidFill>
                <a:latin typeface="宋体"/>
                <a:ea typeface="宋体"/>
                <a:cs typeface="宋体"/>
              </a:defRPr>
            </a:lvl7pPr>
            <a:lvl8pPr algn="l">
              <a:defRPr sz="1950" b="1">
                <a:solidFill>
                  <a:srgbClr val="406850"/>
                </a:solidFill>
                <a:latin typeface="宋体"/>
                <a:ea typeface="宋体"/>
                <a:cs typeface="宋体"/>
              </a:defRPr>
            </a:lvl8pPr>
            <a:lvl9pPr algn="l">
              <a:defRPr sz="1950" b="1">
                <a:solidFill>
                  <a:srgbClr val="40685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06850"/>
                </a:solidFill>
                <a:latin typeface="宋体"/>
                <a:ea typeface="宋体"/>
                <a:cs typeface="宋体"/>
              </a:defRPr>
            </a:pPr>
            <a:r>
              <a:rPr sz="1950" b="1">
                <a:solidFill>
                  <a:srgbClr val="406850"/>
                </a:solidFill>
                <a:latin typeface="宋体"/>
                <a:ea typeface="宋体"/>
                <a:cs typeface="宋体"/>
              </a:rPr>
              <a:t>已完成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E2E118-FF85-409E-AD09-BE3EAB82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7048500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406850"/>
                </a:solidFill>
                <a:latin typeface="宋体"/>
                <a:ea typeface="宋体"/>
                <a:cs typeface="宋体"/>
              </a:defRPr>
            </a:defPPr>
            <a:lvl1pPr algn="l">
              <a:defRPr sz="1950" b="1">
                <a:solidFill>
                  <a:srgbClr val="406850"/>
                </a:solidFill>
                <a:latin typeface="宋体"/>
                <a:ea typeface="宋体"/>
                <a:cs typeface="宋体"/>
              </a:defRPr>
            </a:lvl1pPr>
            <a:lvl2pPr algn="l">
              <a:defRPr sz="1950" b="1">
                <a:solidFill>
                  <a:srgbClr val="406850"/>
                </a:solidFill>
                <a:latin typeface="宋体"/>
                <a:ea typeface="宋体"/>
                <a:cs typeface="宋体"/>
              </a:defRPr>
            </a:lvl2pPr>
            <a:lvl3pPr algn="l">
              <a:defRPr sz="1950" b="1">
                <a:solidFill>
                  <a:srgbClr val="406850"/>
                </a:solidFill>
                <a:latin typeface="宋体"/>
                <a:ea typeface="宋体"/>
                <a:cs typeface="宋体"/>
              </a:defRPr>
            </a:lvl3pPr>
            <a:lvl4pPr algn="l">
              <a:defRPr sz="1950" b="1">
                <a:solidFill>
                  <a:srgbClr val="406850"/>
                </a:solidFill>
                <a:latin typeface="宋体"/>
                <a:ea typeface="宋体"/>
                <a:cs typeface="宋体"/>
              </a:defRPr>
            </a:lvl4pPr>
            <a:lvl5pPr algn="l">
              <a:defRPr sz="1950" b="1">
                <a:solidFill>
                  <a:srgbClr val="406850"/>
                </a:solidFill>
                <a:latin typeface="宋体"/>
                <a:ea typeface="宋体"/>
                <a:cs typeface="宋体"/>
              </a:defRPr>
            </a:lvl5pPr>
            <a:lvl6pPr algn="l">
              <a:defRPr sz="1950" b="1">
                <a:solidFill>
                  <a:srgbClr val="406850"/>
                </a:solidFill>
                <a:latin typeface="宋体"/>
                <a:ea typeface="宋体"/>
                <a:cs typeface="宋体"/>
              </a:defRPr>
            </a:lvl6pPr>
            <a:lvl7pPr algn="l">
              <a:defRPr sz="1950" b="1">
                <a:solidFill>
                  <a:srgbClr val="406850"/>
                </a:solidFill>
                <a:latin typeface="宋体"/>
                <a:ea typeface="宋体"/>
                <a:cs typeface="宋体"/>
              </a:defRPr>
            </a:lvl7pPr>
            <a:lvl8pPr algn="l">
              <a:defRPr sz="1950" b="1">
                <a:solidFill>
                  <a:srgbClr val="406850"/>
                </a:solidFill>
                <a:latin typeface="宋体"/>
                <a:ea typeface="宋体"/>
                <a:cs typeface="宋体"/>
              </a:defRPr>
            </a:lvl8pPr>
            <a:lvl9pPr algn="l">
              <a:defRPr sz="1950" b="1">
                <a:solidFill>
                  <a:srgbClr val="40685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06850"/>
                </a:solidFill>
                <a:latin typeface="宋体"/>
                <a:ea typeface="宋体"/>
                <a:cs typeface="宋体"/>
              </a:defRPr>
            </a:pPr>
            <a:r>
              <a:rPr sz="1950" b="1">
                <a:solidFill>
                  <a:srgbClr val="406850"/>
                </a:solidFill>
                <a:latin typeface="宋体"/>
                <a:ea typeface="宋体"/>
                <a:cs typeface="宋体"/>
              </a:rPr>
              <a:t>已完成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F7E6CC6-B57C-4D08-BDEB-40F69041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86250"/>
            <a:ext cx="414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3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defPPr>
            <a:lvl1pPr algn="l">
              <a:defRPr sz="23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1pPr>
            <a:lvl2pPr algn="l">
              <a:defRPr sz="23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2pPr>
            <a:lvl3pPr algn="l">
              <a:defRPr sz="23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3pPr>
            <a:lvl4pPr algn="l">
              <a:defRPr sz="23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4pPr>
            <a:lvl5pPr algn="l">
              <a:defRPr sz="23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5pPr>
            <a:lvl6pPr algn="l">
              <a:defRPr sz="23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6pPr>
            <a:lvl7pPr algn="l">
              <a:defRPr sz="23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7pPr>
            <a:lvl8pPr algn="l">
              <a:defRPr sz="23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8pPr>
            <a:lvl9pPr algn="l">
              <a:defRPr sz="23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pPr>
            <a:r>
              <a:rPr sz="2325" b="0">
                <a:solidFill>
                  <a:srgbClr val="203050"/>
                </a:solidFill>
                <a:latin typeface="宋体"/>
                <a:ea typeface="宋体"/>
                <a:cs typeface="宋体"/>
              </a:rPr>
              <a:t>字段完整性检查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1234F1-31F8-41DF-93F0-EB097E50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96000"/>
            <a:ext cx="414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3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defPPr>
            <a:lvl1pPr algn="l">
              <a:defRPr sz="23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1pPr>
            <a:lvl2pPr algn="l">
              <a:defRPr sz="23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2pPr>
            <a:lvl3pPr algn="l">
              <a:defRPr sz="23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3pPr>
            <a:lvl4pPr algn="l">
              <a:defRPr sz="23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4pPr>
            <a:lvl5pPr algn="l">
              <a:defRPr sz="23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5pPr>
            <a:lvl6pPr algn="l">
              <a:defRPr sz="23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6pPr>
            <a:lvl7pPr algn="l">
              <a:defRPr sz="23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7pPr>
            <a:lvl8pPr algn="l">
              <a:defRPr sz="23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8pPr>
            <a:lvl9pPr algn="l">
              <a:defRPr sz="23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pPr>
            <a:r>
              <a:rPr sz="2325" b="0">
                <a:solidFill>
                  <a:srgbClr val="203050"/>
                </a:solidFill>
                <a:latin typeface="宋体"/>
                <a:ea typeface="宋体"/>
                <a:cs typeface="宋体"/>
              </a:rPr>
              <a:t>缺失值全表扫描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8C25FD1-E7BC-404E-A308-E61BC222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905750"/>
            <a:ext cx="414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3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defPPr>
            <a:lvl1pPr algn="l">
              <a:defRPr sz="23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1pPr>
            <a:lvl2pPr algn="l">
              <a:defRPr sz="23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2pPr>
            <a:lvl3pPr algn="l">
              <a:defRPr sz="23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3pPr>
            <a:lvl4pPr algn="l">
              <a:defRPr sz="23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4pPr>
            <a:lvl5pPr algn="l">
              <a:defRPr sz="23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5pPr>
            <a:lvl6pPr algn="l">
              <a:defRPr sz="23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6pPr>
            <a:lvl7pPr algn="l">
              <a:defRPr sz="23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7pPr>
            <a:lvl8pPr algn="l">
              <a:defRPr sz="23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8pPr>
            <a:lvl9pPr algn="l">
              <a:defRPr sz="23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pPr>
            <a:r>
              <a:rPr sz="2325" b="0">
                <a:solidFill>
                  <a:srgbClr val="203050"/>
                </a:solidFill>
                <a:latin typeface="宋体"/>
                <a:ea typeface="宋体"/>
                <a:cs typeface="宋体"/>
              </a:rPr>
              <a:t>基本统计特征提取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6A02269-6A19-4D33-9D73-8EDAE9A7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534400"/>
            <a:ext cx="423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506070"/>
                </a:solidFill>
                <a:latin typeface="宋体"/>
                <a:ea typeface="宋体"/>
                <a:cs typeface="宋体"/>
              </a:defRPr>
            </a:defPPr>
            <a:lvl1pPr algn="l">
              <a:defRPr sz="1650" b="0">
                <a:solidFill>
                  <a:srgbClr val="506070"/>
                </a:solidFill>
                <a:latin typeface="宋体"/>
                <a:ea typeface="宋体"/>
                <a:cs typeface="宋体"/>
              </a:defRPr>
            </a:lvl1pPr>
            <a:lvl2pPr algn="l">
              <a:defRPr sz="1650" b="0">
                <a:solidFill>
                  <a:srgbClr val="506070"/>
                </a:solidFill>
                <a:latin typeface="宋体"/>
                <a:ea typeface="宋体"/>
                <a:cs typeface="宋体"/>
              </a:defRPr>
            </a:lvl2pPr>
            <a:lvl3pPr algn="l">
              <a:defRPr sz="1650" b="0">
                <a:solidFill>
                  <a:srgbClr val="506070"/>
                </a:solidFill>
                <a:latin typeface="宋体"/>
                <a:ea typeface="宋体"/>
                <a:cs typeface="宋体"/>
              </a:defRPr>
            </a:lvl3pPr>
            <a:lvl4pPr algn="l">
              <a:defRPr sz="1650" b="0">
                <a:solidFill>
                  <a:srgbClr val="506070"/>
                </a:solidFill>
                <a:latin typeface="宋体"/>
                <a:ea typeface="宋体"/>
                <a:cs typeface="宋体"/>
              </a:defRPr>
            </a:lvl4pPr>
            <a:lvl5pPr algn="l">
              <a:defRPr sz="1650" b="0">
                <a:solidFill>
                  <a:srgbClr val="506070"/>
                </a:solidFill>
                <a:latin typeface="宋体"/>
                <a:ea typeface="宋体"/>
                <a:cs typeface="宋体"/>
              </a:defRPr>
            </a:lvl5pPr>
            <a:lvl6pPr algn="l">
              <a:defRPr sz="1650" b="0">
                <a:solidFill>
                  <a:srgbClr val="506070"/>
                </a:solidFill>
                <a:latin typeface="宋体"/>
                <a:ea typeface="宋体"/>
                <a:cs typeface="宋体"/>
              </a:defRPr>
            </a:lvl6pPr>
            <a:lvl7pPr algn="l">
              <a:defRPr sz="1650" b="0">
                <a:solidFill>
                  <a:srgbClr val="506070"/>
                </a:solidFill>
                <a:latin typeface="宋体"/>
                <a:ea typeface="宋体"/>
                <a:cs typeface="宋体"/>
              </a:defRPr>
            </a:lvl7pPr>
            <a:lvl8pPr algn="l">
              <a:defRPr sz="1650" b="0">
                <a:solidFill>
                  <a:srgbClr val="506070"/>
                </a:solidFill>
                <a:latin typeface="宋体"/>
                <a:ea typeface="宋体"/>
                <a:cs typeface="宋体"/>
              </a:defRPr>
            </a:lvl8pPr>
            <a:lvl9pPr algn="l">
              <a:defRPr sz="1650" b="0">
                <a:solidFill>
                  <a:srgbClr val="50607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06070"/>
                </a:solidFill>
                <a:latin typeface="宋体"/>
                <a:ea typeface="宋体"/>
                <a:cs typeface="宋体"/>
              </a:defRPr>
            </a:pPr>
            <a:r>
              <a:rPr sz="1650" b="0">
                <a:solidFill>
                  <a:srgbClr val="506070"/>
                </a:solidFill>
                <a:latin typeface="宋体"/>
                <a:ea typeface="宋体"/>
                <a:cs typeface="宋体"/>
              </a:rPr>
              <a:t>以上为核查进度，不代表数据没有缺失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FBCF790-9854-4FD6-A6CC-21932BEB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38450"/>
            <a:ext cx="5524500" cy="573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defPPr>
            <a:lvl1pPr algn="l">
              <a:defRPr sz="10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1pPr>
            <a:lvl2pPr algn="l">
              <a:defRPr sz="10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2pPr>
            <a:lvl3pPr algn="l">
              <a:defRPr sz="10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3pPr>
            <a:lvl4pPr algn="l">
              <a:defRPr sz="10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4pPr>
            <a:lvl5pPr algn="l">
              <a:defRPr sz="10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5pPr>
            <a:lvl6pPr algn="l">
              <a:defRPr sz="10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6pPr>
            <a:lvl7pPr algn="l">
              <a:defRPr sz="10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7pPr>
            <a:lvl8pPr algn="l">
              <a:defRPr sz="10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8pPr>
            <a:lvl9pPr algn="l">
              <a:defRPr sz="100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r>
              <a:t/>
            </a:r>
          </a:p>
        </p:txBody>
      </p:sp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731C1B4-5CC7-4425-9FC4-A2D43B99AA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ca9c860e784bf8"/>
          <a:stretch xmlns:a="http://schemas.openxmlformats.org/drawingml/2006/main"/>
        </p:blipFill>
        <p:spPr>
          <a:xfrm xmlns:a="http://schemas.openxmlformats.org/drawingml/2006/main">
            <a:off x="6019800" y="3517263"/>
            <a:ext cx="5267325" cy="2871475"/>
          </a:xfrm>
          <a:prstGeom xmlns:a="http://schemas.openxmlformats.org/drawingml/2006/main" prst="rect">
            <a:avLst/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59345D7-D8EF-4016-A828-119E58F3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181850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304858"/>
                </a:solidFill>
                <a:latin typeface="宋体"/>
                <a:ea typeface="宋体"/>
                <a:cs typeface="宋体"/>
              </a:defRPr>
            </a:defPPr>
            <a:lvl1pPr algn="l">
              <a:defRPr sz="2025" b="0">
                <a:solidFill>
                  <a:srgbClr val="304858"/>
                </a:solidFill>
                <a:latin typeface="宋体"/>
                <a:ea typeface="宋体"/>
                <a:cs typeface="宋体"/>
              </a:defRPr>
            </a:lvl1pPr>
            <a:lvl2pPr algn="l">
              <a:defRPr sz="2025" b="0">
                <a:solidFill>
                  <a:srgbClr val="304858"/>
                </a:solidFill>
                <a:latin typeface="宋体"/>
                <a:ea typeface="宋体"/>
                <a:cs typeface="宋体"/>
              </a:defRPr>
            </a:lvl2pPr>
            <a:lvl3pPr algn="l">
              <a:defRPr sz="2025" b="0">
                <a:solidFill>
                  <a:srgbClr val="304858"/>
                </a:solidFill>
                <a:latin typeface="宋体"/>
                <a:ea typeface="宋体"/>
                <a:cs typeface="宋体"/>
              </a:defRPr>
            </a:lvl3pPr>
            <a:lvl4pPr algn="l">
              <a:defRPr sz="2025" b="0">
                <a:solidFill>
                  <a:srgbClr val="304858"/>
                </a:solidFill>
                <a:latin typeface="宋体"/>
                <a:ea typeface="宋体"/>
                <a:cs typeface="宋体"/>
              </a:defRPr>
            </a:lvl4pPr>
            <a:lvl5pPr algn="l">
              <a:defRPr sz="2025" b="0">
                <a:solidFill>
                  <a:srgbClr val="304858"/>
                </a:solidFill>
                <a:latin typeface="宋体"/>
                <a:ea typeface="宋体"/>
                <a:cs typeface="宋体"/>
              </a:defRPr>
            </a:lvl5pPr>
            <a:lvl6pPr algn="l">
              <a:defRPr sz="2025" b="0">
                <a:solidFill>
                  <a:srgbClr val="304858"/>
                </a:solidFill>
                <a:latin typeface="宋体"/>
                <a:ea typeface="宋体"/>
                <a:cs typeface="宋体"/>
              </a:defRPr>
            </a:lvl6pPr>
            <a:lvl7pPr algn="l">
              <a:defRPr sz="2025" b="0">
                <a:solidFill>
                  <a:srgbClr val="304858"/>
                </a:solidFill>
                <a:latin typeface="宋体"/>
                <a:ea typeface="宋体"/>
                <a:cs typeface="宋体"/>
              </a:defRPr>
            </a:lvl7pPr>
            <a:lvl8pPr algn="l">
              <a:defRPr sz="2025" b="0">
                <a:solidFill>
                  <a:srgbClr val="304858"/>
                </a:solidFill>
                <a:latin typeface="宋体"/>
                <a:ea typeface="宋体"/>
                <a:cs typeface="宋体"/>
              </a:defRPr>
            </a:lvl8pPr>
            <a:lvl9pPr algn="l">
              <a:defRPr sz="2025" b="0">
                <a:solidFill>
                  <a:srgbClr val="304858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304858"/>
                </a:solidFill>
                <a:latin typeface="宋体"/>
                <a:ea typeface="宋体"/>
                <a:cs typeface="宋体"/>
              </a:defRPr>
            </a:pPr>
            <a:r>
              <a:rPr sz="2025" b="0">
                <a:solidFill>
                  <a:srgbClr val="304858"/>
                </a:solidFill>
                <a:latin typeface="宋体"/>
                <a:ea typeface="宋体"/>
                <a:cs typeface="宋体"/>
              </a:rPr>
              <a:t>按开始小时归类整次电量并计算日均值，</a:t>
            </a:r>
          </a:p>
          <a:p xmlns:a="http://schemas.openxmlformats.org/drawingml/2006/main">
            <a:pPr algn="l">
              <a:defRPr sz="2025" b="0">
                <a:solidFill>
                  <a:srgbClr val="304858"/>
                </a:solidFill>
                <a:latin typeface="宋体"/>
                <a:ea typeface="宋体"/>
                <a:cs typeface="宋体"/>
              </a:defRPr>
            </a:pPr>
            <a:r>
              <a:rPr sz="2025" b="0">
                <a:solidFill>
                  <a:srgbClr val="304858"/>
                </a:solidFill>
                <a:latin typeface="宋体"/>
                <a:ea typeface="宋体"/>
                <a:cs typeface="宋体"/>
              </a:rPr>
              <a:t>不代表实际逐小时用电负荷。</a:t>
            </a:r>
          </a:p>
        </p:txBody>
      </p:sp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CA53C5D-D49E-4636-BB81-2CE6CAB6B6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47a4542cc64f28"/>
          <a:stretch xmlns:a="http://schemas.openxmlformats.org/drawingml/2006/main"/>
        </p:blipFill>
        <p:spPr>
          <a:xfrm xmlns:a="http://schemas.openxmlformats.org/drawingml/2006/main">
            <a:off x="11668125" y="3583781"/>
            <a:ext cx="4714875" cy="2357438"/>
          </a:xfrm>
          <a:prstGeom xmlns:a="http://schemas.openxmlformats.org/drawingml/2006/main" prst="rect">
            <a:avLst/>
          </a:prstGeom>
        </p:spPr>
      </p:pic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2C12F55-8A26-481B-83CE-623B659F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6534150"/>
            <a:ext cx="4381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0">
                <a:solidFill>
                  <a:srgbClr val="304858"/>
                </a:solidFill>
                <a:latin typeface="宋体"/>
                <a:ea typeface="宋体"/>
                <a:cs typeface="宋体"/>
              </a:defRPr>
            </a:defPPr>
            <a:lvl1pPr algn="l">
              <a:defRPr sz="1875" b="0">
                <a:solidFill>
                  <a:srgbClr val="304858"/>
                </a:solidFill>
                <a:latin typeface="宋体"/>
                <a:ea typeface="宋体"/>
                <a:cs typeface="宋体"/>
              </a:defRPr>
            </a:lvl1pPr>
            <a:lvl2pPr algn="l">
              <a:defRPr sz="1875" b="0">
                <a:solidFill>
                  <a:srgbClr val="304858"/>
                </a:solidFill>
                <a:latin typeface="宋体"/>
                <a:ea typeface="宋体"/>
                <a:cs typeface="宋体"/>
              </a:defRPr>
            </a:lvl2pPr>
            <a:lvl3pPr algn="l">
              <a:defRPr sz="1875" b="0">
                <a:solidFill>
                  <a:srgbClr val="304858"/>
                </a:solidFill>
                <a:latin typeface="宋体"/>
                <a:ea typeface="宋体"/>
                <a:cs typeface="宋体"/>
              </a:defRPr>
            </a:lvl3pPr>
            <a:lvl4pPr algn="l">
              <a:defRPr sz="1875" b="0">
                <a:solidFill>
                  <a:srgbClr val="304858"/>
                </a:solidFill>
                <a:latin typeface="宋体"/>
                <a:ea typeface="宋体"/>
                <a:cs typeface="宋体"/>
              </a:defRPr>
            </a:lvl4pPr>
            <a:lvl5pPr algn="l">
              <a:defRPr sz="1875" b="0">
                <a:solidFill>
                  <a:srgbClr val="304858"/>
                </a:solidFill>
                <a:latin typeface="宋体"/>
                <a:ea typeface="宋体"/>
                <a:cs typeface="宋体"/>
              </a:defRPr>
            </a:lvl5pPr>
            <a:lvl6pPr algn="l">
              <a:defRPr sz="1875" b="0">
                <a:solidFill>
                  <a:srgbClr val="304858"/>
                </a:solidFill>
                <a:latin typeface="宋体"/>
                <a:ea typeface="宋体"/>
                <a:cs typeface="宋体"/>
              </a:defRPr>
            </a:lvl6pPr>
            <a:lvl7pPr algn="l">
              <a:defRPr sz="1875" b="0">
                <a:solidFill>
                  <a:srgbClr val="304858"/>
                </a:solidFill>
                <a:latin typeface="宋体"/>
                <a:ea typeface="宋体"/>
                <a:cs typeface="宋体"/>
              </a:defRPr>
            </a:lvl7pPr>
            <a:lvl8pPr algn="l">
              <a:defRPr sz="1875" b="0">
                <a:solidFill>
                  <a:srgbClr val="304858"/>
                </a:solidFill>
                <a:latin typeface="宋体"/>
                <a:ea typeface="宋体"/>
                <a:cs typeface="宋体"/>
              </a:defRPr>
            </a:lvl8pPr>
            <a:lvl9pPr algn="l">
              <a:defRPr sz="1875" b="0">
                <a:solidFill>
                  <a:srgbClr val="304858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04858"/>
                </a:solidFill>
                <a:latin typeface="宋体"/>
                <a:ea typeface="宋体"/>
                <a:cs typeface="宋体"/>
              </a:defRPr>
            </a:pPr>
            <a:r>
              <a:rPr sz="1875" b="0">
                <a:solidFill>
                  <a:srgbClr val="304858"/>
                </a:solidFill>
                <a:latin typeface="宋体"/>
                <a:ea typeface="宋体"/>
                <a:cs typeface="宋体"/>
              </a:rPr>
              <a:t>匿名相对坐标，空白表示未观测。</a:t>
            </a:r>
          </a:p>
          <a:p xmlns:a="http://schemas.openxmlformats.org/drawingml/2006/main">
            <a:pPr algn="l">
              <a:defRPr sz="1875" b="0">
                <a:solidFill>
                  <a:srgbClr val="304858"/>
                </a:solidFill>
                <a:latin typeface="宋体"/>
                <a:ea typeface="宋体"/>
                <a:cs typeface="宋体"/>
              </a:defRPr>
            </a:pPr>
            <a:r>
              <a:rPr sz="1875" b="0">
                <a:solidFill>
                  <a:srgbClr val="304858"/>
                </a:solidFill>
                <a:latin typeface="宋体"/>
                <a:ea typeface="宋体"/>
                <a:cs typeface="宋体"/>
              </a:rPr>
              <a:t>月表仍保留原始汇总值。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B743278-DB98-4CB6-AA88-921EE643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7715250"/>
            <a:ext cx="4381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defPPr>
            <a:lvl1pPr algn="l">
              <a:defRPr sz="20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1pPr>
            <a:lvl2pPr algn="l">
              <a:defRPr sz="20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2pPr>
            <a:lvl3pPr algn="l">
              <a:defRPr sz="20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3pPr>
            <a:lvl4pPr algn="l">
              <a:defRPr sz="20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4pPr>
            <a:lvl5pPr algn="l">
              <a:defRPr sz="20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5pPr>
            <a:lvl6pPr algn="l">
              <a:defRPr sz="20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6pPr>
            <a:lvl7pPr algn="l">
              <a:defRPr sz="20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7pPr>
            <a:lvl8pPr algn="l">
              <a:defRPr sz="20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8pPr>
            <a:lvl9pPr algn="l">
              <a:defRPr sz="20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pPr>
            <a:r>
              <a:rPr sz="2025" b="0">
                <a:solidFill>
                  <a:srgbClr val="203050"/>
                </a:solidFill>
                <a:latin typeface="宋体"/>
                <a:ea typeface="宋体"/>
                <a:cs typeface="宋体"/>
              </a:rPr>
              <a:t>已阅读两篇相关论文，完成本地</a:t>
            </a:r>
          </a:p>
          <a:p xmlns:a="http://schemas.openxmlformats.org/drawingml/2006/main">
            <a:pPr algn="l">
              <a:defRPr sz="2025" b="0">
                <a:solidFill>
                  <a:srgbClr val="203050"/>
                </a:solidFill>
                <a:latin typeface="宋体"/>
                <a:ea typeface="宋体"/>
                <a:cs typeface="宋体"/>
              </a:defRPr>
            </a:pPr>
            <a:r>
              <a:rPr sz="2025" b="0">
                <a:solidFill>
                  <a:srgbClr val="203050"/>
                </a:solidFill>
                <a:latin typeface="宋体"/>
                <a:ea typeface="宋体"/>
                <a:cs typeface="宋体"/>
              </a:rPr>
              <a:t>中文译稿整理，并补入原文图表。</a:t>
            </a:r>
          </a:p>
        </p:txBody>
      </p:sp>
    </p:spTree>
    <p:extLst>
      <p:ext uri="{BB962C8B-B14F-4D97-AF65-F5344CB8AC3E}">
        <p14:creationId xmlns:p14="http://schemas.microsoft.com/office/powerpoint/2010/main" val="478554367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35ae049e4c94304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44" name="table 44">
            <a:extLst xmlns:a="http://schemas.openxmlformats.org/drawingml/2006/main">
              <a:ext uri="{FF2B5EF4-FFF2-40B4-BE49-F238E27FC236}">
                <a16:creationId xmlns:a16="http://schemas.microsoft.com/office/drawing/2014/main" id="{2AE1B2AA-A8BF-4658-80C0-FE1F3DFF8BA3}"/>
              </a:ext>
            </a:extLst>
          </p:cNvPr>
          <p:cNvGraphicFramePr/>
          <p:nvPr/>
        </p:nvGraphicFramePr>
        <p:xfrm>
          <a:off xmlns:a="http://schemas.openxmlformats.org/drawingml/2006/main" x="936641" y="1679613"/>
          <a:ext xmlns:a="http://schemas.openxmlformats.org/drawingml/2006/main" cx="15531466" cy="318706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44675"/>
                <a:gridCol w="4438015"/>
                <a:gridCol w="4641850"/>
                <a:gridCol w="4606925"/>
              </a:tblGrid>
              <a:tr h="790575">
                <a:tc gridSpan="4">
                  <a:txBody>
                    <a:bodyPr/>
                    <a:lstStyle/>
                    <a:p>
                      <a:pPr algn="l">
                        <a:lnSpc>
                          <a:spcPct val="160000"/>
                        </a:lnSpc>
                        <a:buNone/>
                      </a:pP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771640" algn="l">
                        <a:lnSpc>
                          <a:spcPct val="85000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sz="2600" spc="3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/>
                          <a:ea typeface="黑体"/>
                          <a:cs typeface="黑体"/>
                        </a:rPr>
                        <a:t>数据质量异常</a:t>
                      </a:r>
                      <a:endParaRPr sz="2600">
                        <a:latin typeface="黑体"/>
                        <a:ea typeface="黑体"/>
                        <a:cs typeface="黑体"/>
                      </a:endParaRPr>
                    </a:p>
                  </a:txBody>
                  <a:tcPr marL="0" marR="0" marT="0" marB="0" vert="horz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T="0" marB="0" vert="horz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T="0" marB="0" vert="horz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T="0" marB="0" vert="horz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9649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lIns="190500" tIns="171450" rIns="190500" bIns="762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8"/>
                        </a:spcAft>
                        <a:buNone/>
                      </a:pPr>
                      <a:r>
                        <a:rPr sz="2475" b="0">
                          <a:solidFill>
                            <a:srgbClr val="182A35"/>
                          </a:solidFill>
                          <a:latin typeface="黑体"/>
                          <a:ea typeface="黑体"/>
                          <a:cs typeface="黑体"/>
                        </a:rPr>
                        <a:t>极端充电量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8"/>
                        </a:spcAft>
                        <a:buNone/>
                      </a:pPr>
                      <a:r>
                        <a:rPr sz="2475" b="0">
                          <a:solidFill>
                            <a:srgbClr val="182A35"/>
                          </a:solidFill>
                          <a:latin typeface="黑体"/>
                          <a:ea typeface="黑体"/>
                          <a:cs typeface="黑体"/>
                        </a:rPr>
                        <a:t/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8"/>
                        </a:spcAft>
                        <a:buNone/>
                      </a:pPr>
                      <a:r>
                        <a:rPr sz="2475" b="0">
                          <a:solidFill>
                            <a:srgbClr val="182A35"/>
                          </a:solidFill>
                          <a:latin typeface="黑体"/>
                          <a:ea typeface="黑体"/>
                          <a:cs typeface="黑体"/>
                        </a:rPr>
                        <a:t>1月20条超过1,000 kWh，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8"/>
                        </a:spcAft>
                        <a:buNone/>
                      </a:pPr>
                      <a:r>
                        <a:rPr sz="2475" b="0">
                          <a:solidFill>
                            <a:srgbClr val="182A35"/>
                          </a:solidFill>
                          <a:latin typeface="黑体"/>
                          <a:ea typeface="黑体"/>
                          <a:cs typeface="黑体"/>
                        </a:rPr>
                        <a:t>且与记录功率、时长不符。</a:t>
                      </a:r>
                    </a:p>
                  </a:txBody>
                  <a:tcPr marL="0" marR="0" marT="0" marB="0" vert="horz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lIns="190500" tIns="171450" rIns="190500" bIns="762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8"/>
                        </a:spcAft>
                        <a:buNone/>
                      </a:pPr>
                      <a:r>
                        <a:rPr sz="2475" b="0">
                          <a:solidFill>
                            <a:srgbClr val="182A35"/>
                          </a:solidFill>
                          <a:latin typeface="黑体"/>
                          <a:ea typeface="黑体"/>
                          <a:cs typeface="黑体"/>
                        </a:rPr>
                        <a:t>特征字段缺失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8"/>
                        </a:spcAft>
                        <a:buNone/>
                      </a:pPr>
                      <a:r>
                        <a:rPr sz="2475" b="0">
                          <a:solidFill>
                            <a:srgbClr val="182A35"/>
                          </a:solidFill>
                          <a:latin typeface="黑体"/>
                          <a:ea typeface="黑体"/>
                          <a:cs typeface="黑体"/>
                        </a:rPr>
                        <a:t/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8"/>
                        </a:spcAft>
                        <a:buNone/>
                      </a:pPr>
                      <a:r>
                        <a:rPr sz="2475" b="0">
                          <a:solidFill>
                            <a:srgbClr val="182A35"/>
                          </a:solidFill>
                          <a:latin typeface="黑体"/>
                          <a:ea typeface="黑体"/>
                          <a:cs typeface="黑体"/>
                        </a:rPr>
                        <a:t>1月1,179条订单缺少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8"/>
                        </a:spcAft>
                        <a:buNone/>
                      </a:pPr>
                      <a:r>
                        <a:rPr sz="2475" b="0">
                          <a:solidFill>
                            <a:srgbClr val="182A35"/>
                          </a:solidFill>
                          <a:latin typeface="黑体"/>
                          <a:ea typeface="黑体"/>
                          <a:cs typeface="黑体"/>
                        </a:rPr>
                        <a:t>设备类型和功率。</a:t>
                      </a:r>
                    </a:p>
                  </a:txBody>
                  <a:tcPr marL="0" marR="0" marT="0" marB="0" vert="horz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lIns="190500" tIns="171450" rIns="190500" bIns="762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8"/>
                        </a:spcAft>
                        <a:buNone/>
                      </a:pPr>
                      <a:r>
                        <a:rPr sz="2475" b="0">
                          <a:solidFill>
                            <a:srgbClr val="182A35"/>
                          </a:solidFill>
                          <a:latin typeface="黑体"/>
                          <a:ea typeface="黑体"/>
                          <a:cs typeface="黑体"/>
                        </a:rPr>
                        <a:t>时间口径待确认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8"/>
                        </a:spcAft>
                        <a:buNone/>
                      </a:pPr>
                      <a:r>
                        <a:rPr sz="2475" b="0">
                          <a:solidFill>
                            <a:srgbClr val="182A35"/>
                          </a:solidFill>
                          <a:latin typeface="黑体"/>
                          <a:ea typeface="黑体"/>
                          <a:cs typeface="黑体"/>
                        </a:rPr>
                        <a:t/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8"/>
                        </a:spcAft>
                        <a:buNone/>
                      </a:pPr>
                      <a:r>
                        <a:rPr sz="2475" b="0">
                          <a:solidFill>
                            <a:srgbClr val="182A35"/>
                          </a:solidFill>
                          <a:latin typeface="黑体"/>
                          <a:ea typeface="黑体"/>
                          <a:cs typeface="黑体"/>
                        </a:rPr>
                        <a:t>存在跨月订单，dating_time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8"/>
                        </a:spcAft>
                        <a:buNone/>
                      </a:pPr>
                      <a:r>
                        <a:rPr sz="2475" b="0">
                          <a:solidFill>
                            <a:srgbClr val="182A35"/>
                          </a:solidFill>
                          <a:latin typeface="黑体"/>
                          <a:ea typeface="黑体"/>
                          <a:cs typeface="黑体"/>
                        </a:rPr>
                        <a:t>与充电日期不一致。</a:t>
                      </a:r>
                    </a:p>
                  </a:txBody>
                  <a:tcPr marL="0" marR="0" marT="0" marB="0" vert="horz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46" name="table 46">
            <a:extLst xmlns:a="http://schemas.openxmlformats.org/drawingml/2006/main">
              <a:ext uri="{FF2B5EF4-FFF2-40B4-BE49-F238E27FC236}">
                <a16:creationId xmlns:a16="http://schemas.microsoft.com/office/drawing/2014/main" id="{8417CF0A-27D1-4CA5-8DD8-A8A6F23F9DC6}"/>
              </a:ext>
            </a:extLst>
          </p:cNvPr>
          <p:cNvGraphicFramePr/>
          <p:nvPr/>
        </p:nvGraphicFramePr>
        <p:xfrm>
          <a:off xmlns:a="http://schemas.openxmlformats.org/drawingml/2006/main" x="949398" y="5083132"/>
          <a:ext xmlns:a="http://schemas.openxmlformats.org/drawingml/2006/main" cx="15518765" cy="293306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44040"/>
                <a:gridCol w="6737350"/>
                <a:gridCol w="6937375"/>
              </a:tblGrid>
              <a:tr h="790575">
                <a:tc gridSpan="3">
                  <a:txBody>
                    <a:bodyPr/>
                    <a:lstStyle/>
                    <a:p>
                      <a:pPr algn="l">
                        <a:lnSpc>
                          <a:spcPct val="152000"/>
                        </a:lnSpc>
                        <a:buNone/>
                      </a:pP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871970" algn="l">
                        <a:lnSpc>
                          <a:spcPct val="8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sz="2800" b="1" spc="1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/>
                          <a:ea typeface="黑体"/>
                          <a:cs typeface="黑体"/>
                        </a:rPr>
                        <a:t>结构性限制</a:t>
                      </a:r>
                      <a:endParaRPr sz="2800">
                        <a:latin typeface="黑体"/>
                        <a:ea typeface="黑体"/>
                        <a:cs typeface="黑体"/>
                      </a:endParaRPr>
                    </a:p>
                  </a:txBody>
                  <a:tcPr marL="0" marR="0" marT="0" marB="0" vert="horz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T="0" marB="0" vert="horz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T="0" marB="0" vert="horz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4249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lIns="190500" tIns="171450" rIns="190500" bIns="762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8"/>
                        </a:spcAft>
                        <a:buNone/>
                      </a:pPr>
                      <a:r>
                        <a:rPr sz="2475" b="0">
                          <a:solidFill>
                            <a:srgbClr val="182A35"/>
                          </a:solidFill>
                          <a:latin typeface="黑体"/>
                          <a:ea typeface="黑体"/>
                          <a:cs typeface="黑体"/>
                        </a:rPr>
                        <a:t>公开文件缺少关联标识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8"/>
                        </a:spcAft>
                        <a:buNone/>
                      </a:pPr>
                      <a:r>
                        <a:rPr sz="2475" b="0">
                          <a:solidFill>
                            <a:srgbClr val="182A35"/>
                          </a:solidFill>
                          <a:latin typeface="黑体"/>
                          <a:ea typeface="黑体"/>
                          <a:cs typeface="黑体"/>
                        </a:rPr>
                        <a:t/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8"/>
                        </a:spcAft>
                        <a:buNone/>
                      </a:pPr>
                      <a:r>
                        <a:rPr sz="2475" b="0">
                          <a:solidFill>
                            <a:srgbClr val="182A35"/>
                          </a:solidFill>
                          <a:latin typeface="黑体"/>
                          <a:ea typeface="黑体"/>
                          <a:cs typeface="黑体"/>
                        </a:rPr>
                        <a:t>订单表缺少论文提及的站点、桩标识，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8"/>
                        </a:spcAft>
                        <a:buNone/>
                      </a:pPr>
                      <a:r>
                        <a:rPr sz="2475" b="0">
                          <a:solidFill>
                            <a:srgbClr val="182A35"/>
                          </a:solidFill>
                          <a:latin typeface="黑体"/>
                          <a:ea typeface="黑体"/>
                          <a:cs typeface="黑体"/>
                        </a:rPr>
                        <a:t>无法直接与站点月表关联。</a:t>
                      </a:r>
                    </a:p>
                  </a:txBody>
                  <a:tcPr marL="0" marR="0" marT="0" marB="0" vert="horz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lIns="190500" tIns="171450" rIns="190500" bIns="762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8"/>
                        </a:spcAft>
                        <a:buNone/>
                      </a:pPr>
                      <a:r>
                        <a:rPr sz="2475" b="0">
                          <a:solidFill>
                            <a:srgbClr val="182A35"/>
                          </a:solidFill>
                          <a:latin typeface="黑体"/>
                          <a:ea typeface="黑体"/>
                          <a:cs typeface="黑体"/>
                        </a:rPr>
                        <a:t>匿名空间信息限制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8"/>
                        </a:spcAft>
                        <a:buNone/>
                      </a:pPr>
                      <a:r>
                        <a:rPr sz="2475" b="0">
                          <a:solidFill>
                            <a:srgbClr val="182A35"/>
                          </a:solidFill>
                          <a:latin typeface="黑体"/>
                          <a:ea typeface="黑体"/>
                          <a:cs typeface="黑体"/>
                        </a:rPr>
                        <a:t/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8"/>
                        </a:spcAft>
                        <a:buNone/>
                      </a:pPr>
                      <a:r>
                        <a:rPr sz="2475" b="0">
                          <a:solidFill>
                            <a:srgbClr val="182A35"/>
                          </a:solidFill>
                          <a:latin typeface="黑体"/>
                          <a:ea typeface="黑体"/>
                          <a:cs typeface="黑体"/>
                        </a:rPr>
                        <a:t>网格仅支持相对空间分析，无法直接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8"/>
                        </a:spcAft>
                        <a:buNone/>
                      </a:pPr>
                      <a:r>
                        <a:rPr sz="2475" b="0">
                          <a:solidFill>
                            <a:srgbClr val="182A35"/>
                          </a:solidFill>
                          <a:latin typeface="黑体"/>
                          <a:ea typeface="黑体"/>
                          <a:cs typeface="黑体"/>
                        </a:rPr>
                        <a:t>对应真实道路、行政区及周边设施。</a:t>
                      </a:r>
                    </a:p>
                  </a:txBody>
                  <a:tcPr marL="0" marR="0" marT="0" marB="0" vert="horz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1EF1ABD2-37D5-4CB0-9ECD-65BCD219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086850"/>
            <a:ext cx="1638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347">
              <a:alpha val="100000"/>
            </a:srgbClr>
          </a:solidFill>
          <a:ln xmlns:a="http://schemas.openxmlformats.org/drawingml/2006/main" w="0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defPPr>
            <a:lvl1pPr algn="ctr">
              <a:defRPr sz="2400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lvl1pPr>
            <a:lvl2pPr algn="ctr">
              <a:defRPr sz="2400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lvl2pPr>
            <a:lvl3pPr algn="ctr">
              <a:defRPr sz="2400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lvl3pPr>
            <a:lvl4pPr algn="ctr">
              <a:defRPr sz="2400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lvl4pPr>
            <a:lvl5pPr algn="ctr">
              <a:defRPr sz="2400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lvl5pPr>
            <a:lvl6pPr algn="ctr">
              <a:defRPr sz="2400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lvl6pPr>
            <a:lvl7pPr algn="ctr">
              <a:defRPr sz="2400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lvl7pPr>
            <a:lvl8pPr algn="ctr">
              <a:defRPr sz="2400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lvl8pPr>
            <a:lvl9pPr algn="ctr">
              <a:defRPr sz="2400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rPr sz="2400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与论文描述存在差异：公开字段不足，且仍有可疑记录，部分清洗流程暂不能直接复现。</a:t>
            </a:r>
            <a:endParaRPr sz="1000">
              <a:latin typeface="Arial"/>
              <a:ea typeface="Arial"/>
              <a:cs typeface="Arial"/>
            </a:endParaRP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32171214-67C8-4449-A3AC-83CF4E47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3875"/>
            <a:ext cx="1543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>
            <a:defPPr algn="r">
              <a:defRPr sz="4500" b="1">
                <a:solidFill>
                  <a:srgbClr val="204060"/>
                </a:solidFill>
                <a:latin typeface="宋体"/>
                <a:ea typeface="宋体"/>
                <a:cs typeface="宋体"/>
              </a:defRPr>
            </a:defPPr>
            <a:lvl1pPr algn="r">
              <a:defRPr sz="4500" b="1">
                <a:solidFill>
                  <a:srgbClr val="204060"/>
                </a:solidFill>
                <a:latin typeface="宋体"/>
                <a:ea typeface="宋体"/>
                <a:cs typeface="宋体"/>
              </a:defRPr>
            </a:lvl1pPr>
            <a:lvl2pPr algn="r">
              <a:defRPr sz="4500" b="1">
                <a:solidFill>
                  <a:srgbClr val="204060"/>
                </a:solidFill>
                <a:latin typeface="宋体"/>
                <a:ea typeface="宋体"/>
                <a:cs typeface="宋体"/>
              </a:defRPr>
            </a:lvl2pPr>
            <a:lvl3pPr algn="r">
              <a:defRPr sz="4500" b="1">
                <a:solidFill>
                  <a:srgbClr val="204060"/>
                </a:solidFill>
                <a:latin typeface="宋体"/>
                <a:ea typeface="宋体"/>
                <a:cs typeface="宋体"/>
              </a:defRPr>
            </a:lvl3pPr>
            <a:lvl4pPr algn="r">
              <a:defRPr sz="4500" b="1">
                <a:solidFill>
                  <a:srgbClr val="204060"/>
                </a:solidFill>
                <a:latin typeface="宋体"/>
                <a:ea typeface="宋体"/>
                <a:cs typeface="宋体"/>
              </a:defRPr>
            </a:lvl4pPr>
            <a:lvl5pPr algn="r">
              <a:defRPr sz="4500" b="1">
                <a:solidFill>
                  <a:srgbClr val="204060"/>
                </a:solidFill>
                <a:latin typeface="宋体"/>
                <a:ea typeface="宋体"/>
                <a:cs typeface="宋体"/>
              </a:defRPr>
            </a:lvl5pPr>
            <a:lvl6pPr algn="r">
              <a:defRPr sz="4500" b="1">
                <a:solidFill>
                  <a:srgbClr val="204060"/>
                </a:solidFill>
                <a:latin typeface="宋体"/>
                <a:ea typeface="宋体"/>
                <a:cs typeface="宋体"/>
              </a:defRPr>
            </a:lvl6pPr>
            <a:lvl7pPr algn="r">
              <a:defRPr sz="4500" b="1">
                <a:solidFill>
                  <a:srgbClr val="204060"/>
                </a:solidFill>
                <a:latin typeface="宋体"/>
                <a:ea typeface="宋体"/>
                <a:cs typeface="宋体"/>
              </a:defRPr>
            </a:lvl7pPr>
            <a:lvl8pPr algn="r">
              <a:defRPr sz="4500" b="1">
                <a:solidFill>
                  <a:srgbClr val="204060"/>
                </a:solidFill>
                <a:latin typeface="宋体"/>
                <a:ea typeface="宋体"/>
                <a:cs typeface="宋体"/>
              </a:defRPr>
            </a:lvl8pPr>
            <a:lvl9pPr algn="r">
              <a:defRPr sz="4500" b="1">
                <a:solidFill>
                  <a:srgbClr val="20406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r">
              <a:lnSpc>
                <a:spcPct val="93000"/>
              </a:lnSpc>
              <a:buNone/>
              <a:defRPr sz="4500" b="1">
                <a:solidFill>
                  <a:srgbClr val="204060"/>
                </a:solidFill>
                <a:latin typeface="宋体"/>
                <a:ea typeface="宋体"/>
                <a:cs typeface="宋体"/>
              </a:defRPr>
            </a:pPr>
            <a:r>
              <a:rPr sz="4500" b="1">
                <a:solidFill>
                  <a:srgbClr val="204060"/>
                </a:solidFill>
                <a:latin typeface="宋体"/>
                <a:ea typeface="宋体"/>
                <a:cs typeface="宋体"/>
              </a:rPr>
              <a:t>数据异常核查与公开字段限制</a:t>
            </a:r>
            <a:endParaRPr sz="100">
              <a:latin typeface="Arial"/>
              <a:ea typeface="Arial"/>
              <a:cs typeface="Arial"/>
            </a:endParaRPr>
          </a:p>
        </p:txBody>
      </p:sp>
      <p:pic>
        <p:nvPicPr>
          <p:cNvPr id="52" name="picture 52">
            <a:extLst xmlns:a="http://schemas.openxmlformats.org/drawingml/2006/main">
              <a:ext uri="{FF2B5EF4-FFF2-40B4-BE49-F238E27FC236}">
                <a16:creationId xmlns:a16="http://schemas.microsoft.com/office/drawing/2014/main" id="{6AEB3B6A-FC97-4493-9D16-A929E7A026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293cdb824542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1301727" y="3174992"/>
            <a:ext cx="1111248" cy="996915"/>
          </a:xfrm>
          <a:prstGeom xmlns:a="http://schemas.openxmlformats.org/drawingml/2006/main" prst="rect">
            <a:avLst/>
          </a:prstGeom>
        </p:spPr>
      </p:pic>
      <p:pic>
        <p:nvPicPr>
          <p:cNvPr id="54" name="picture 54">
            <a:extLst xmlns:a="http://schemas.openxmlformats.org/drawingml/2006/main">
              <a:ext uri="{FF2B5EF4-FFF2-40B4-BE49-F238E27FC236}">
                <a16:creationId xmlns:a16="http://schemas.microsoft.com/office/drawing/2014/main" id="{314300A1-C636-41A7-AF2D-6B22A29575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be11dbc8d749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1327066" y="6438936"/>
            <a:ext cx="1060569" cy="102871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689303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2d83c04d5824f4f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137D356F-D9F2-4638-A412-31A3AF51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504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>
            <a:defPPr algn="r">
              <a:defRPr sz="4350" b="1">
                <a:solidFill>
                  <a:srgbClr val="204060"/>
                </a:solidFill>
                <a:latin typeface="宋体"/>
                <a:ea typeface="宋体"/>
                <a:cs typeface="宋体"/>
              </a:defRPr>
            </a:defPPr>
            <a:lvl1pPr algn="r">
              <a:defRPr sz="4350" b="1">
                <a:solidFill>
                  <a:srgbClr val="204060"/>
                </a:solidFill>
                <a:latin typeface="宋体"/>
                <a:ea typeface="宋体"/>
                <a:cs typeface="宋体"/>
              </a:defRPr>
            </a:lvl1pPr>
            <a:lvl2pPr algn="r">
              <a:defRPr sz="4350" b="1">
                <a:solidFill>
                  <a:srgbClr val="204060"/>
                </a:solidFill>
                <a:latin typeface="宋体"/>
                <a:ea typeface="宋体"/>
                <a:cs typeface="宋体"/>
              </a:defRPr>
            </a:lvl2pPr>
            <a:lvl3pPr algn="r">
              <a:defRPr sz="4350" b="1">
                <a:solidFill>
                  <a:srgbClr val="204060"/>
                </a:solidFill>
                <a:latin typeface="宋体"/>
                <a:ea typeface="宋体"/>
                <a:cs typeface="宋体"/>
              </a:defRPr>
            </a:lvl3pPr>
            <a:lvl4pPr algn="r">
              <a:defRPr sz="4350" b="1">
                <a:solidFill>
                  <a:srgbClr val="204060"/>
                </a:solidFill>
                <a:latin typeface="宋体"/>
                <a:ea typeface="宋体"/>
                <a:cs typeface="宋体"/>
              </a:defRPr>
            </a:lvl4pPr>
            <a:lvl5pPr algn="r">
              <a:defRPr sz="4350" b="1">
                <a:solidFill>
                  <a:srgbClr val="204060"/>
                </a:solidFill>
                <a:latin typeface="宋体"/>
                <a:ea typeface="宋体"/>
                <a:cs typeface="宋体"/>
              </a:defRPr>
            </a:lvl5pPr>
            <a:lvl6pPr algn="r">
              <a:defRPr sz="4350" b="1">
                <a:solidFill>
                  <a:srgbClr val="204060"/>
                </a:solidFill>
                <a:latin typeface="宋体"/>
                <a:ea typeface="宋体"/>
                <a:cs typeface="宋体"/>
              </a:defRPr>
            </a:lvl6pPr>
            <a:lvl7pPr algn="r">
              <a:defRPr sz="4350" b="1">
                <a:solidFill>
                  <a:srgbClr val="204060"/>
                </a:solidFill>
                <a:latin typeface="宋体"/>
                <a:ea typeface="宋体"/>
                <a:cs typeface="宋体"/>
              </a:defRPr>
            </a:lvl7pPr>
            <a:lvl8pPr algn="r">
              <a:defRPr sz="4350" b="1">
                <a:solidFill>
                  <a:srgbClr val="204060"/>
                </a:solidFill>
                <a:latin typeface="宋体"/>
                <a:ea typeface="宋体"/>
                <a:cs typeface="宋体"/>
              </a:defRPr>
            </a:lvl8pPr>
            <a:lvl9pPr algn="r">
              <a:defRPr sz="4350" b="1">
                <a:solidFill>
                  <a:srgbClr val="20406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r">
              <a:lnSpc>
                <a:spcPct val="90000"/>
              </a:lnSpc>
              <a:buNone/>
              <a:defRPr sz="4350" b="1">
                <a:solidFill>
                  <a:srgbClr val="204060"/>
                </a:solidFill>
                <a:latin typeface="宋体"/>
                <a:ea typeface="宋体"/>
                <a:cs typeface="宋体"/>
              </a:defRPr>
            </a:pPr>
            <a:r>
              <a:rPr sz="4350" b="1">
                <a:solidFill>
                  <a:srgbClr val="204060"/>
                </a:solidFill>
                <a:latin typeface="宋体"/>
                <a:ea typeface="宋体"/>
                <a:cs typeface="宋体"/>
              </a:rPr>
              <a:t>第一版清洗：类别规范、异常标记与记录隔离</a:t>
            </a:r>
            <a:endParaRPr sz="100">
              <a:latin typeface="Arial"/>
              <a:ea typeface="Arial"/>
              <a:cs typeface="Arial"/>
            </a:endParaRPr>
          </a:p>
        </p:txBody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792A4785-851D-4203-9D21-B2D5C0EB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7286625"/>
            <a:ext cx="338137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>
            <a:defPPr algn="l">
              <a:defRPr sz="195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defPPr>
            <a:lvl1pPr algn="l">
              <a:defRPr sz="195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1pPr>
            <a:lvl2pPr algn="l">
              <a:defRPr sz="195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2pPr>
            <a:lvl3pPr algn="l">
              <a:defRPr sz="195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3pPr>
            <a:lvl4pPr algn="l">
              <a:defRPr sz="195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4pPr>
            <a:lvl5pPr algn="l">
              <a:defRPr sz="195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5pPr>
            <a:lvl6pPr algn="l">
              <a:defRPr sz="195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6pPr>
            <a:lvl7pPr algn="l">
              <a:defRPr sz="195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7pPr>
            <a:lvl8pPr algn="l">
              <a:defRPr sz="195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8pPr>
            <a:lvl9pPr algn="l">
              <a:defRPr sz="195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lnSpc>
                <a:spcPct val="88000"/>
              </a:lnSpc>
              <a:buNone/>
              <a:defRPr sz="195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pPr>
            <a:r>
              <a:rPr sz="1950" b="1">
                <a:solidFill>
                  <a:srgbClr val="803020"/>
                </a:solidFill>
                <a:latin typeface="宋体"/>
                <a:ea typeface="宋体"/>
                <a:cs typeface="宋体"/>
              </a:rPr>
              <a:t>注意：此为初步清洗方案。</a:t>
            </a:r>
            <a:endParaRPr sz="10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 algn="l">
              <a:lnSpc>
                <a:spcPct val="85000"/>
              </a:lnSpc>
              <a:buNone/>
              <a:defRPr sz="195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pPr>
            <a:r>
              <a:rPr sz="1950" b="1" spc="10">
                <a:solidFill>
                  <a:srgbClr val="803020"/>
                </a:solidFill>
                <a:latin typeface="宋体"/>
                <a:ea typeface="宋体"/>
                <a:cs typeface="宋体"/>
              </a:rPr>
              <a:t>站点月表缺少订单关联键，</a:t>
            </a:r>
            <a:endParaRPr sz="2100">
              <a:latin typeface="宋体"/>
              <a:ea typeface="宋体"/>
              <a:cs typeface="宋体"/>
            </a:endParaRPr>
          </a:p>
          <a:p xmlns:a="http://schemas.openxmlformats.org/drawingml/2006/main">
            <a:pPr marL="12700" algn="l">
              <a:lnSpc>
                <a:spcPct val="121000"/>
              </a:lnSpc>
              <a:spcBef>
                <a:spcPts val="0"/>
              </a:spcBef>
              <a:buNone/>
              <a:defRPr sz="195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pPr>
            <a:r>
              <a:rPr sz="1950" b="1" spc="-60">
                <a:solidFill>
                  <a:srgbClr val="803020"/>
                </a:solidFill>
                <a:latin typeface="宋体"/>
                <a:ea typeface="宋体"/>
                <a:cs typeface="宋体"/>
              </a:rPr>
              <a:t>汇总电量尚未扣除隔离记录。</a:t>
            </a:r>
            <a:endParaRPr sz="2100">
              <a:latin typeface="宋体"/>
              <a:ea typeface="宋体"/>
              <a:cs typeface="宋体"/>
            </a:endParaRPr>
          </a:p>
          <a:p xmlns:a="http://schemas.openxmlformats.org/drawingml/2006/main">
            <a:pPr marL="12700" algn="l">
              <a:lnSpc>
                <a:spcPct val="121000"/>
              </a:lnSpc>
              <a:spcBef>
                <a:spcPts val="0"/>
              </a:spcBef>
              <a:buNone/>
              <a:defRPr sz="195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pPr>
            <a:r>
              <a:rPr sz="1950" b="1" spc="-60">
                <a:solidFill>
                  <a:srgbClr val="803020"/>
                </a:solidFill>
                <a:latin typeface="宋体"/>
                <a:ea typeface="宋体"/>
                <a:cs typeface="宋体"/>
              </a:rPr>
              <a:t>原始文件保持不变。</a:t>
            </a:r>
            <a:endParaRPr sz="2100">
              <a:latin typeface="宋体"/>
              <a:ea typeface="宋体"/>
              <a:cs typeface="宋体"/>
            </a:endParaRPr>
          </a:p>
        </p:txBody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B87D8C36-EA22-48A2-A3C7-3C98184B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5010150"/>
            <a:ext cx="4857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>
            <a:defPPr algn="l">
              <a:defRPr sz="225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  <a:lvl1pPr algn="l">
              <a:defRPr sz="225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1pPr>
            <a:lvl2pPr algn="l">
              <a:defRPr sz="225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2pPr>
            <a:lvl3pPr algn="l">
              <a:defRPr sz="225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3pPr>
            <a:lvl4pPr algn="l">
              <a:defRPr sz="225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4pPr>
            <a:lvl5pPr algn="l">
              <a:defRPr sz="225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5pPr>
            <a:lvl6pPr algn="l">
              <a:defRPr sz="225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6pPr>
            <a:lvl7pPr algn="l">
              <a:defRPr sz="225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7pPr>
            <a:lvl8pPr algn="l">
              <a:defRPr sz="225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8pPr>
            <a:lvl9pPr algn="l">
              <a:defRPr sz="225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lnSpc>
                <a:spcPct val="39000"/>
              </a:lnSpc>
              <a:buNone/>
              <a:defRPr sz="225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25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缺失、跨月及可疑记录保留</a:t>
            </a:r>
            <a:endParaRPr sz="100">
              <a:latin typeface="Arial"/>
              <a:ea typeface="Arial"/>
              <a:cs typeface="Arial"/>
            </a:endParaRPr>
          </a:p>
          <a:p xmlns:a="http://schemas.openxmlformats.org/drawingml/2006/main">
            <a:pPr marL="18415" indent="-5715" algn="l">
              <a:lnSpc>
                <a:spcPct val="105000"/>
              </a:lnSpc>
              <a:buNone/>
              <a:defRPr sz="225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250" b="1" spc="-2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添加标记，不随意删除</a:t>
            </a:r>
            <a:endParaRPr sz="2100">
              <a:latin typeface="宋体"/>
              <a:ea typeface="宋体"/>
              <a:cs typeface="宋体"/>
            </a:endParaRPr>
          </a:p>
        </p:txBody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7427BD64-D733-4B83-A91F-251ED3AF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6675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>
            <a:def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  <a:lvl1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1pPr>
            <a:lvl2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2pPr>
            <a:lvl3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3pPr>
            <a:lvl4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4pPr>
            <a:lvl5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5pPr>
            <a:lvl6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6pPr>
            <a:lvl7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7pPr>
            <a:lvl8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8pPr>
            <a:lvl9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lnSpc>
                <a:spcPct val="42000"/>
              </a:lnSpc>
              <a:buNone/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325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暂时隔离20条</a:t>
            </a:r>
            <a:endParaRPr sz="10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 indent="244475" algn="l">
              <a:lnSpc>
                <a:spcPct val="99000"/>
              </a:lnSpc>
              <a:buNone/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325" b="1" spc="17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高度可疑记录</a:t>
            </a:r>
            <a:endParaRPr sz="2200">
              <a:latin typeface="宋体"/>
              <a:ea typeface="宋体"/>
              <a:cs typeface="宋体"/>
            </a:endParaRPr>
          </a:p>
        </p:txBody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7113F961-5AD0-4576-9E09-F78BEA71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8143875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>
            <a:defPPr algn="l">
              <a:defRPr sz="217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  <a:lvl1pPr algn="l">
              <a:defRPr sz="217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1pPr>
            <a:lvl2pPr algn="l">
              <a:defRPr sz="217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2pPr>
            <a:lvl3pPr algn="l">
              <a:defRPr sz="217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3pPr>
            <a:lvl4pPr algn="l">
              <a:defRPr sz="217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4pPr>
            <a:lvl5pPr algn="l">
              <a:defRPr sz="217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5pPr>
            <a:lvl6pPr algn="l">
              <a:defRPr sz="217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6pPr>
            <a:lvl7pPr algn="l">
              <a:defRPr sz="217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7pPr>
            <a:lvl8pPr algn="l">
              <a:defRPr sz="217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8pPr>
            <a:lvl9pPr algn="l">
              <a:defRPr sz="217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lnSpc>
                <a:spcPct val="88000"/>
              </a:lnSpc>
              <a:buNone/>
              <a:defRPr sz="217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175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其他高功率、高电量记录</a:t>
            </a:r>
            <a:endParaRPr sz="10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 algn="l">
              <a:lnSpc>
                <a:spcPct val="85000"/>
              </a:lnSpc>
              <a:buNone/>
              <a:defRPr sz="217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175" b="1" spc="1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暂时保留，避免误删长尾</a:t>
            </a:r>
            <a:endParaRPr sz="2100">
              <a:latin typeface="宋体"/>
              <a:ea typeface="宋体"/>
              <a:cs typeface="宋体"/>
            </a:endParaRPr>
          </a:p>
        </p:txBody>
      </p:sp>
      <p:sp>
        <p:nvSpPr>
          <p:cNvPr id="66" name="textbox 66">
            <a:extLst xmlns:a="http://schemas.openxmlformats.org/drawingml/2006/main">
              <a:ext uri="{FF2B5EF4-FFF2-40B4-BE49-F238E27FC236}">
                <a16:creationId xmlns:a16="http://schemas.microsoft.com/office/drawing/2014/main" id="{C69452EF-4A7E-450D-9843-DE5991FA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675" y="3476625"/>
            <a:ext cx="4667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>
            <a:defPPr algn="l">
              <a:defRPr sz="225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  <a:lvl1pPr algn="l">
              <a:defRPr sz="225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1pPr>
            <a:lvl2pPr algn="l">
              <a:defRPr sz="225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2pPr>
            <a:lvl3pPr algn="l">
              <a:defRPr sz="225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3pPr>
            <a:lvl4pPr algn="l">
              <a:defRPr sz="225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4pPr>
            <a:lvl5pPr algn="l">
              <a:defRPr sz="225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5pPr>
            <a:lvl6pPr algn="l">
              <a:defRPr sz="225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6pPr>
            <a:lvl7pPr algn="l">
              <a:defRPr sz="225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7pPr>
            <a:lvl8pPr algn="l">
              <a:defRPr sz="225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8pPr>
            <a:lvl9pPr algn="l">
              <a:defRPr sz="225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lnSpc>
                <a:spcPct val="88000"/>
              </a:lnSpc>
              <a:buNone/>
              <a:defRPr sz="225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25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统一场所类别名称</a:t>
            </a:r>
            <a:endParaRPr sz="10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 algn="l">
              <a:lnSpc>
                <a:spcPct val="85000"/>
              </a:lnSpc>
              <a:buNone/>
              <a:defRPr sz="225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250" b="1" spc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如“居民区／居住区”合并</a:t>
            </a:r>
            <a:endParaRPr sz="2100">
              <a:latin typeface="宋体"/>
              <a:ea typeface="宋体"/>
              <a:cs typeface="宋体"/>
            </a:endParaRPr>
          </a:p>
        </p:txBody>
      </p:sp>
      <p:sp>
        <p:nvSpPr>
          <p:cNvPr id="68" name="textbox 68">
            <a:extLst xmlns:a="http://schemas.openxmlformats.org/drawingml/2006/main">
              <a:ext uri="{FF2B5EF4-FFF2-40B4-BE49-F238E27FC236}">
                <a16:creationId xmlns:a16="http://schemas.microsoft.com/office/drawing/2014/main" id="{46A8203E-869B-4995-9A1C-28B168E3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43125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>
            <a:defPPr algn="l">
              <a:defRPr sz="217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  <a:lvl1pPr algn="l">
              <a:defRPr sz="217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1pPr>
            <a:lvl2pPr algn="l">
              <a:defRPr sz="217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2pPr>
            <a:lvl3pPr algn="l">
              <a:defRPr sz="217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3pPr>
            <a:lvl4pPr algn="l">
              <a:defRPr sz="217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4pPr>
            <a:lvl5pPr algn="l">
              <a:defRPr sz="217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5pPr>
            <a:lvl6pPr algn="l">
              <a:defRPr sz="217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6pPr>
            <a:lvl7pPr algn="l">
              <a:defRPr sz="217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7pPr>
            <a:lvl8pPr algn="l">
              <a:defRPr sz="217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8pPr>
            <a:lvl9pPr algn="l">
              <a:defRPr sz="217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lnSpc>
                <a:spcPct val="93000"/>
              </a:lnSpc>
              <a:buNone/>
              <a:defRPr sz="217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175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参考充电论文的时间一致性检查</a:t>
            </a:r>
            <a:endParaRPr sz="100">
              <a:latin typeface="Arial"/>
              <a:ea typeface="Arial"/>
              <a:cs typeface="Arial"/>
            </a:endParaRPr>
          </a:p>
        </p:txBody>
      </p:sp>
      <p:sp>
        <p:nvSpPr>
          <p:cNvPr id="70" name="textbox 70">
            <a:extLst xmlns:a="http://schemas.openxmlformats.org/drawingml/2006/main">
              <a:ext uri="{FF2B5EF4-FFF2-40B4-BE49-F238E27FC236}">
                <a16:creationId xmlns:a16="http://schemas.microsoft.com/office/drawing/2014/main" id="{A0C50A03-96B4-4C27-B429-2EBA0FB8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>
            <a:defPPr algn="l">
              <a:defRPr sz="217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  <a:lvl1pPr algn="l">
              <a:defRPr sz="217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1pPr>
            <a:lvl2pPr algn="l">
              <a:defRPr sz="217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2pPr>
            <a:lvl3pPr algn="l">
              <a:defRPr sz="217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3pPr>
            <a:lvl4pPr algn="l">
              <a:defRPr sz="217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4pPr>
            <a:lvl5pPr algn="l">
              <a:defRPr sz="217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5pPr>
            <a:lvl6pPr algn="l">
              <a:defRPr sz="217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6pPr>
            <a:lvl7pPr algn="l">
              <a:defRPr sz="217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7pPr>
            <a:lvl8pPr algn="l">
              <a:defRPr sz="217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8pPr>
            <a:lvl9pPr algn="l">
              <a:defRPr sz="217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lnSpc>
                <a:spcPct val="86000"/>
              </a:lnSpc>
              <a:buNone/>
              <a:defRPr sz="217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175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借鉴空间异质性与分组比较思路</a:t>
            </a:r>
            <a:endParaRPr sz="100">
              <a:latin typeface="Arial"/>
              <a:ea typeface="Arial"/>
              <a:cs typeface="Arial"/>
            </a:endParaRPr>
          </a:p>
        </p:txBody>
      </p:sp>
      <p:sp>
        <p:nvSpPr>
          <p:cNvPr id="72" name="textbox 72">
            <a:extLst xmlns:a="http://schemas.openxmlformats.org/drawingml/2006/main">
              <a:ext uri="{FF2B5EF4-FFF2-40B4-BE49-F238E27FC236}">
                <a16:creationId xmlns:a16="http://schemas.microsoft.com/office/drawing/2014/main" id="{5370E07B-EAFD-4A2B-909E-CF2F83A9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81375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>
            <a:defPPr algn="l">
              <a:defRPr sz="217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  <a:lvl1pPr algn="l">
              <a:defRPr sz="217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1pPr>
            <a:lvl2pPr algn="l">
              <a:defRPr sz="217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2pPr>
            <a:lvl3pPr algn="l">
              <a:defRPr sz="217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3pPr>
            <a:lvl4pPr algn="l">
              <a:defRPr sz="217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4pPr>
            <a:lvl5pPr algn="l">
              <a:defRPr sz="217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5pPr>
            <a:lvl6pPr algn="l">
              <a:defRPr sz="217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6pPr>
            <a:lvl7pPr algn="l">
              <a:defRPr sz="217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7pPr>
            <a:lvl8pPr algn="l">
              <a:defRPr sz="217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8pPr>
            <a:lvl9pPr algn="l">
              <a:defRPr sz="217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lnSpc>
                <a:spcPct val="93000"/>
              </a:lnSpc>
              <a:buNone/>
              <a:defRPr sz="217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175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暂未开展空间回归模型分析</a:t>
            </a:r>
            <a:endParaRPr sz="100">
              <a:latin typeface="Arial"/>
              <a:ea typeface="Arial"/>
              <a:cs typeface="Arial"/>
            </a:endParaRPr>
          </a:p>
        </p:txBody>
      </p:sp>
      <p:sp>
        <p:nvSpPr>
          <p:cNvPr id="74" name="textbox 74">
            <a:extLst xmlns:a="http://schemas.openxmlformats.org/drawingml/2006/main">
              <a:ext uri="{FF2B5EF4-FFF2-40B4-BE49-F238E27FC236}">
                <a16:creationId xmlns:a16="http://schemas.microsoft.com/office/drawing/2014/main" id="{DF3241FE-041D-4F2E-B457-5C5BB079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  <a:lvl1pPr algn="l">
              <a:defRPr sz="240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1pPr>
            <a:lvl2pPr algn="l">
              <a:defRPr sz="240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2pPr>
            <a:lvl3pPr algn="l">
              <a:defRPr sz="240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3pPr>
            <a:lvl4pPr algn="l">
              <a:defRPr sz="240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4pPr>
            <a:lvl5pPr algn="l">
              <a:defRPr sz="240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5pPr>
            <a:lvl6pPr algn="l">
              <a:defRPr sz="240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6pPr>
            <a:lvl7pPr algn="l">
              <a:defRPr sz="240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7pPr>
            <a:lvl8pPr algn="l">
              <a:defRPr sz="240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8pPr>
            <a:lvl9pPr algn="l">
              <a:defRPr sz="240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lnSpc>
                <a:spcPct val="87000"/>
              </a:lnSpc>
              <a:buNone/>
              <a:defRPr sz="240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4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文献参考</a:t>
            </a:r>
            <a:endParaRPr sz="100">
              <a:latin typeface="Arial"/>
              <a:ea typeface="Arial"/>
              <a:cs typeface="Arial"/>
            </a:endParaRPr>
          </a:p>
        </p:txBody>
      </p:sp>
      <p:sp>
        <p:nvSpPr>
          <p:cNvPr id="76" name="textbox 76">
            <a:extLst xmlns:a="http://schemas.openxmlformats.org/drawingml/2006/main">
              <a:ext uri="{FF2B5EF4-FFF2-40B4-BE49-F238E27FC236}">
                <a16:creationId xmlns:a16="http://schemas.microsoft.com/office/drawing/2014/main" id="{6341262F-DDE0-40D7-80EA-02A37D91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911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>
            <a:def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  <a:lvl1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1pPr>
            <a:lvl2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2pPr>
            <a:lvl3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3pPr>
            <a:lvl4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4pPr>
            <a:lvl5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5pPr>
            <a:lvl6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6pPr>
            <a:lvl7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7pPr>
            <a:lvl8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8pPr>
            <a:lvl9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325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异常标记</a:t>
            </a:r>
            <a:endParaRPr sz="100">
              <a:latin typeface="Arial"/>
              <a:ea typeface="Arial"/>
              <a:cs typeface="Arial"/>
            </a:endParaRPr>
          </a:p>
        </p:txBody>
      </p:sp>
      <p:sp>
        <p:nvSpPr>
          <p:cNvPr id="78" name="textbox 78">
            <a:extLst xmlns:a="http://schemas.openxmlformats.org/drawingml/2006/main">
              <a:ext uri="{FF2B5EF4-FFF2-40B4-BE49-F238E27FC236}">
                <a16:creationId xmlns:a16="http://schemas.microsoft.com/office/drawing/2014/main" id="{20D19BD9-0B61-43A4-8E44-E6FC197A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7532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>
            <a:def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  <a:lvl1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1pPr>
            <a:lvl2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2pPr>
            <a:lvl3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3pPr>
            <a:lvl4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4pPr>
            <a:lvl5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5pPr>
            <a:lvl6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6pPr>
            <a:lvl7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7pPr>
            <a:lvl8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8pPr>
            <a:lvl9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325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记录隔离</a:t>
            </a:r>
            <a:endParaRPr sz="100">
              <a:latin typeface="Arial"/>
              <a:ea typeface="Arial"/>
              <a:cs typeface="Arial"/>
            </a:endParaRPr>
          </a:p>
        </p:txBody>
      </p:sp>
      <p:sp>
        <p:nvSpPr>
          <p:cNvPr id="80" name="textbox 80">
            <a:extLst xmlns:a="http://schemas.openxmlformats.org/drawingml/2006/main">
              <a:ext uri="{FF2B5EF4-FFF2-40B4-BE49-F238E27FC236}">
                <a16:creationId xmlns:a16="http://schemas.microsoft.com/office/drawing/2014/main" id="{81151A13-3EF8-49F3-9F89-A6BF8D52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052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>
            <a:def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  <a:lvl1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1pPr>
            <a:lvl2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2pPr>
            <a:lvl3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3pPr>
            <a:lvl4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4pPr>
            <a:lvl5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5pPr>
            <a:lvl6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6pPr>
            <a:lvl7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7pPr>
            <a:lvl8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8pPr>
            <a:lvl9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325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类别规范</a:t>
            </a:r>
            <a:endParaRPr sz="100">
              <a:latin typeface="Arial"/>
              <a:ea typeface="Arial"/>
              <a:cs typeface="Arial"/>
            </a:endParaRP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3EB4FB6-3326-4AFE-8638-D0390DCF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4381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0">
                <a:solidFill>
                  <a:srgbClr val="803020"/>
                </a:solidFill>
                <a:latin typeface="宋体"/>
                <a:ea typeface="宋体"/>
                <a:cs typeface="宋体"/>
              </a:defRPr>
            </a:defPPr>
            <a:lvl1pPr algn="l">
              <a:defRPr sz="2100" b="0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1pPr>
            <a:lvl2pPr algn="l">
              <a:defRPr sz="2100" b="0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2pPr>
            <a:lvl3pPr algn="l">
              <a:defRPr sz="2100" b="0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3pPr>
            <a:lvl4pPr algn="l">
              <a:defRPr sz="2100" b="0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4pPr>
            <a:lvl5pPr algn="l">
              <a:defRPr sz="2100" b="0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5pPr>
            <a:lvl6pPr algn="l">
              <a:defRPr sz="2100" b="0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6pPr>
            <a:lvl7pPr algn="l">
              <a:defRPr sz="2100" b="0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7pPr>
            <a:lvl8pPr algn="l">
              <a:defRPr sz="2100" b="0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8pPr>
            <a:lvl9pPr algn="l">
              <a:defRPr sz="2100" b="0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803020"/>
                </a:solidFill>
                <a:latin typeface="宋体"/>
                <a:ea typeface="宋体"/>
                <a:cs typeface="宋体"/>
              </a:defRPr>
            </a:pPr>
            <a:r>
              <a:rPr sz="2100" b="0">
                <a:solidFill>
                  <a:srgbClr val="803020"/>
                </a:solidFill>
                <a:latin typeface="宋体"/>
                <a:ea typeface="宋体"/>
                <a:cs typeface="宋体"/>
              </a:rPr>
              <a:t>隔离条件（两项同时满足）</a:t>
            </a:r>
          </a:p>
          <a:p xmlns:a="http://schemas.openxmlformats.org/drawingml/2006/main">
            <a:pPr algn="l">
              <a:defRPr sz="2100" b="0">
                <a:solidFill>
                  <a:srgbClr val="803020"/>
                </a:solidFill>
                <a:latin typeface="宋体"/>
                <a:ea typeface="宋体"/>
                <a:cs typeface="宋体"/>
              </a:defRPr>
            </a:pPr>
            <a:r>
              <a:rPr sz="2100" b="0">
                <a:solidFill>
                  <a:srgbClr val="803020"/>
                </a:solidFill>
                <a:latin typeface="宋体"/>
                <a:ea typeface="宋体"/>
                <a:cs typeface="宋体"/>
              </a:rPr>
              <a:t>电量 &gt; 1,000 kWh</a:t>
            </a:r>
          </a:p>
          <a:p xmlns:a="http://schemas.openxmlformats.org/drawingml/2006/main">
            <a:pPr algn="l">
              <a:defRPr sz="2100" b="0">
                <a:solidFill>
                  <a:srgbClr val="803020"/>
                </a:solidFill>
                <a:latin typeface="宋体"/>
                <a:ea typeface="宋体"/>
                <a:cs typeface="宋体"/>
              </a:defRPr>
            </a:pPr>
            <a:r>
              <a:rPr sz="2100" b="0">
                <a:solidFill>
                  <a:srgbClr val="803020"/>
                </a:solidFill>
                <a:latin typeface="宋体"/>
                <a:ea typeface="宋体"/>
                <a:cs typeface="宋体"/>
              </a:rPr>
              <a:t>电量 &gt; 功率 × 时长 × 1.05</a:t>
            </a:r>
          </a:p>
          <a:p xmlns:a="http://schemas.openxmlformats.org/drawingml/2006/main">
            <a:pPr algn="l">
              <a:defRPr sz="2100" b="0">
                <a:solidFill>
                  <a:srgbClr val="803020"/>
                </a:solidFill>
                <a:latin typeface="宋体"/>
                <a:ea typeface="宋体"/>
                <a:cs typeface="宋体"/>
              </a:defRPr>
            </a:pPr>
            <a:r>
              <a:rPr sz="2100" b="0">
                <a:solidFill>
                  <a:srgbClr val="803020"/>
                </a:solidFill>
                <a:latin typeface="宋体"/>
                <a:ea typeface="宋体"/>
                <a:cs typeface="宋体"/>
              </a:rPr>
              <a:t>时长以小时计，阈值待老师确认</a:t>
            </a:r>
          </a:p>
        </p:txBody>
      </p:sp>
    </p:spTree>
    <p:extLst>
      <p:ext uri="{BB962C8B-B14F-4D97-AF65-F5344CB8AC3E}">
        <p14:creationId xmlns:p14="http://schemas.microsoft.com/office/powerpoint/2010/main" val="35964335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5f928e254cd40f8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textbox 84">
            <a:extLst xmlns:a="http://schemas.openxmlformats.org/drawingml/2006/main">
              <a:ext uri="{FF2B5EF4-FFF2-40B4-BE49-F238E27FC236}">
                <a16:creationId xmlns:a16="http://schemas.microsoft.com/office/drawing/2014/main" id="{8F1FC3DD-DCCD-4B93-AE1D-850302F2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"/>
            <a:ext cx="1457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>
            <a:defPPr algn="l">
              <a:defRPr sz="43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defPPr>
            <a:lvl1pPr algn="l">
              <a:defRPr sz="43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1pPr>
            <a:lvl2pPr algn="l">
              <a:defRPr sz="43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2pPr>
            <a:lvl3pPr algn="l">
              <a:defRPr sz="43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3pPr>
            <a:lvl4pPr algn="l">
              <a:defRPr sz="43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4pPr>
            <a:lvl5pPr algn="l">
              <a:defRPr sz="43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5pPr>
            <a:lvl6pPr algn="l">
              <a:defRPr sz="43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6pPr>
            <a:lvl7pPr algn="l">
              <a:defRPr sz="43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7pPr>
            <a:lvl8pPr algn="l">
              <a:defRPr sz="43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8pPr>
            <a:lvl9pPr algn="l">
              <a:defRPr sz="43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4350" b="1">
                <a:solidFill>
                  <a:srgbClr val="102040"/>
                </a:solidFill>
                <a:latin typeface="宋体"/>
                <a:ea typeface="宋体"/>
                <a:cs typeface="宋体"/>
              </a:defRPr>
            </a:pPr>
            <a:r>
              <a:rPr sz="4350" b="1">
                <a:solidFill>
                  <a:srgbClr val="102040"/>
                </a:solidFill>
                <a:latin typeface="宋体"/>
                <a:ea typeface="宋体"/>
                <a:cs typeface="宋体"/>
              </a:rPr>
              <a:t>下一步安排与请老师指导的问题</a:t>
            </a:r>
            <a:endParaRPr sz="100">
              <a:latin typeface="Arial"/>
              <a:ea typeface="Arial"/>
              <a:cs typeface="Arial"/>
            </a:endParaRPr>
          </a:p>
        </p:txBody>
      </p:sp>
      <p:sp>
        <p:nvSpPr>
          <p:cNvPr id="86" name="textbox 86">
            <a:extLst xmlns:a="http://schemas.openxmlformats.org/drawingml/2006/main">
              <a:ext uri="{FF2B5EF4-FFF2-40B4-BE49-F238E27FC236}">
                <a16:creationId xmlns:a16="http://schemas.microsoft.com/office/drawing/2014/main" id="{8284BA2A-57E9-41BB-87DE-5DB78670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352800"/>
            <a:ext cx="661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>
            <a:defPPr algn="l"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  <a:lvl1pPr algn="l"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1pPr>
            <a:lvl2pPr algn="l"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2pPr>
            <a:lvl3pPr algn="l"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3pPr>
            <a:lvl4pPr algn="l"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4pPr>
            <a:lvl5pPr algn="l"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5pPr>
            <a:lvl6pPr algn="l"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6pPr>
            <a:lvl7pPr algn="l"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7pPr>
            <a:lvl8pPr algn="l"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8pPr>
            <a:lvl9pPr algn="l"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lnSpc>
                <a:spcPct val="89000"/>
              </a:lnSpc>
              <a:buNone/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325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当前两项联合隔离规则是否合理？</a:t>
            </a:r>
            <a:endParaRPr sz="100"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83000"/>
              </a:lnSpc>
              <a:buNone/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325" spc="-7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缺失值、高功率记录应如何处理？</a:t>
            </a:r>
            <a:endParaRPr sz="2300">
              <a:latin typeface="宋体"/>
              <a:ea typeface="宋体"/>
              <a:cs typeface="宋体"/>
            </a:endParaRPr>
          </a:p>
        </p:txBody>
      </p:sp>
      <p:sp>
        <p:nvSpPr>
          <p:cNvPr id="88" name="textbox 88">
            <a:extLst xmlns:a="http://schemas.openxmlformats.org/drawingml/2006/main">
              <a:ext uri="{FF2B5EF4-FFF2-40B4-BE49-F238E27FC236}">
                <a16:creationId xmlns:a16="http://schemas.microsoft.com/office/drawing/2014/main" id="{979898AD-37F0-4BFE-996E-ACFC6892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145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>
            <a:defPPr algn="l">
              <a:defRPr sz="3000" b="1">
                <a:solidFill>
                  <a:srgbClr val="405060"/>
                </a:solidFill>
                <a:latin typeface="宋体"/>
                <a:ea typeface="宋体"/>
                <a:cs typeface="宋体"/>
              </a:defRPr>
            </a:defPPr>
            <a:lvl1pPr algn="l">
              <a:defRPr sz="3000" b="1">
                <a:solidFill>
                  <a:srgbClr val="405060"/>
                </a:solidFill>
                <a:latin typeface="宋体"/>
                <a:ea typeface="宋体"/>
                <a:cs typeface="宋体"/>
              </a:defRPr>
            </a:lvl1pPr>
            <a:lvl2pPr algn="l">
              <a:defRPr sz="3000" b="1">
                <a:solidFill>
                  <a:srgbClr val="405060"/>
                </a:solidFill>
                <a:latin typeface="宋体"/>
                <a:ea typeface="宋体"/>
                <a:cs typeface="宋体"/>
              </a:defRPr>
            </a:lvl2pPr>
            <a:lvl3pPr algn="l">
              <a:defRPr sz="3000" b="1">
                <a:solidFill>
                  <a:srgbClr val="405060"/>
                </a:solidFill>
                <a:latin typeface="宋体"/>
                <a:ea typeface="宋体"/>
                <a:cs typeface="宋体"/>
              </a:defRPr>
            </a:lvl3pPr>
            <a:lvl4pPr algn="l">
              <a:defRPr sz="3000" b="1">
                <a:solidFill>
                  <a:srgbClr val="405060"/>
                </a:solidFill>
                <a:latin typeface="宋体"/>
                <a:ea typeface="宋体"/>
                <a:cs typeface="宋体"/>
              </a:defRPr>
            </a:lvl4pPr>
            <a:lvl5pPr algn="l">
              <a:defRPr sz="3000" b="1">
                <a:solidFill>
                  <a:srgbClr val="405060"/>
                </a:solidFill>
                <a:latin typeface="宋体"/>
                <a:ea typeface="宋体"/>
                <a:cs typeface="宋体"/>
              </a:defRPr>
            </a:lvl5pPr>
            <a:lvl6pPr algn="l">
              <a:defRPr sz="3000" b="1">
                <a:solidFill>
                  <a:srgbClr val="405060"/>
                </a:solidFill>
                <a:latin typeface="宋体"/>
                <a:ea typeface="宋体"/>
                <a:cs typeface="宋体"/>
              </a:defRPr>
            </a:lvl6pPr>
            <a:lvl7pPr algn="l">
              <a:defRPr sz="3000" b="1">
                <a:solidFill>
                  <a:srgbClr val="405060"/>
                </a:solidFill>
                <a:latin typeface="宋体"/>
                <a:ea typeface="宋体"/>
                <a:cs typeface="宋体"/>
              </a:defRPr>
            </a:lvl7pPr>
            <a:lvl8pPr algn="l">
              <a:defRPr sz="3000" b="1">
                <a:solidFill>
                  <a:srgbClr val="405060"/>
                </a:solidFill>
                <a:latin typeface="宋体"/>
                <a:ea typeface="宋体"/>
                <a:cs typeface="宋体"/>
              </a:defRPr>
            </a:lvl8pPr>
            <a:lvl9pPr algn="l">
              <a:defRPr sz="3000" b="1">
                <a:solidFill>
                  <a:srgbClr val="40506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lnSpc>
                <a:spcPct val="77000"/>
              </a:lnSpc>
              <a:buNone/>
              <a:defRPr sz="3000" b="1">
                <a:solidFill>
                  <a:srgbClr val="405060"/>
                </a:solidFill>
                <a:latin typeface="宋体"/>
                <a:ea typeface="宋体"/>
                <a:cs typeface="宋体"/>
              </a:defRPr>
            </a:pPr>
            <a:r>
              <a:rPr sz="3000" b="1">
                <a:solidFill>
                  <a:srgbClr val="405060"/>
                </a:solidFill>
                <a:latin typeface="宋体"/>
                <a:ea typeface="宋体"/>
                <a:cs typeface="宋体"/>
              </a:rPr>
              <a:t>推进路线</a:t>
            </a:r>
            <a:endParaRPr sz="100">
              <a:latin typeface="Arial"/>
              <a:ea typeface="Arial"/>
              <a:cs typeface="Arial"/>
            </a:endParaRPr>
          </a:p>
        </p:txBody>
      </p:sp>
      <p:sp>
        <p:nvSpPr>
          <p:cNvPr id="90" name="textbox 90">
            <a:extLst xmlns:a="http://schemas.openxmlformats.org/drawingml/2006/main">
              <a:ext uri="{FF2B5EF4-FFF2-40B4-BE49-F238E27FC236}">
                <a16:creationId xmlns:a16="http://schemas.microsoft.com/office/drawing/2014/main" id="{6594BD53-EC14-4942-A92B-C34121E6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8629650"/>
            <a:ext cx="1238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>
            <a:defPPr algn="ctr">
              <a:defRPr sz="2625">
                <a:solidFill>
                  <a:srgbClr val="FFFFFF"/>
                </a:solidFill>
                <a:latin typeface="宋体"/>
                <a:ea typeface="宋体"/>
                <a:cs typeface="宋体"/>
              </a:defRPr>
            </a:defPPr>
            <a:lvl1pPr algn="ctr">
              <a:defRPr sz="2625">
                <a:solidFill>
                  <a:srgbClr val="FFFFFF"/>
                </a:solidFill>
                <a:latin typeface="宋体"/>
                <a:ea typeface="宋体"/>
                <a:cs typeface="宋体"/>
              </a:defRPr>
            </a:lvl1pPr>
            <a:lvl2pPr algn="ctr">
              <a:defRPr sz="2625">
                <a:solidFill>
                  <a:srgbClr val="FFFFFF"/>
                </a:solidFill>
                <a:latin typeface="宋体"/>
                <a:ea typeface="宋体"/>
                <a:cs typeface="宋体"/>
              </a:defRPr>
            </a:lvl2pPr>
            <a:lvl3pPr algn="ctr">
              <a:defRPr sz="2625">
                <a:solidFill>
                  <a:srgbClr val="FFFFFF"/>
                </a:solidFill>
                <a:latin typeface="宋体"/>
                <a:ea typeface="宋体"/>
                <a:cs typeface="宋体"/>
              </a:defRPr>
            </a:lvl3pPr>
            <a:lvl4pPr algn="ctr">
              <a:defRPr sz="2625">
                <a:solidFill>
                  <a:srgbClr val="FFFFFF"/>
                </a:solidFill>
                <a:latin typeface="宋体"/>
                <a:ea typeface="宋体"/>
                <a:cs typeface="宋体"/>
              </a:defRPr>
            </a:lvl4pPr>
            <a:lvl5pPr algn="ctr">
              <a:defRPr sz="2625">
                <a:solidFill>
                  <a:srgbClr val="FFFFFF"/>
                </a:solidFill>
                <a:latin typeface="宋体"/>
                <a:ea typeface="宋体"/>
                <a:cs typeface="宋体"/>
              </a:defRPr>
            </a:lvl5pPr>
            <a:lvl6pPr algn="ctr">
              <a:defRPr sz="2625">
                <a:solidFill>
                  <a:srgbClr val="FFFFFF"/>
                </a:solidFill>
                <a:latin typeface="宋体"/>
                <a:ea typeface="宋体"/>
                <a:cs typeface="宋体"/>
              </a:defRPr>
            </a:lvl6pPr>
            <a:lvl7pPr algn="ctr">
              <a:defRPr sz="2625">
                <a:solidFill>
                  <a:srgbClr val="FFFFFF"/>
                </a:solidFill>
                <a:latin typeface="宋体"/>
                <a:ea typeface="宋体"/>
                <a:cs typeface="宋体"/>
              </a:defRPr>
            </a:lvl7pPr>
            <a:lvl8pPr algn="ctr">
              <a:defRPr sz="2625">
                <a:solidFill>
                  <a:srgbClr val="FFFFFF"/>
                </a:solidFill>
                <a:latin typeface="宋体"/>
                <a:ea typeface="宋体"/>
                <a:cs typeface="宋体"/>
              </a:defRPr>
            </a:lvl8pPr>
            <a:lvl9pPr algn="ctr">
              <a:defRPr sz="2625">
                <a:solidFill>
                  <a:srgbClr val="FFFFFF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ctr">
              <a:lnSpc>
                <a:spcPct val="87000"/>
              </a:lnSpc>
              <a:buNone/>
              <a:defRPr sz="2625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rPr sz="2625">
                <a:solidFill>
                  <a:srgbClr val="FFFFFF"/>
                </a:solidFill>
                <a:latin typeface="宋体"/>
                <a:ea typeface="宋体"/>
                <a:cs typeface="宋体"/>
              </a:rPr>
              <a:t>先确认数据口径与清洗方案，再确定研究问题</a:t>
            </a:r>
            <a:endParaRPr sz="100">
              <a:latin typeface="Arial"/>
              <a:ea typeface="Arial"/>
              <a:cs typeface="Arial"/>
            </a:endParaRPr>
          </a:p>
        </p:txBody>
      </p:sp>
      <p:sp>
        <p:nvSpPr>
          <p:cNvPr id="92" name="textbox 92">
            <a:extLst xmlns:a="http://schemas.openxmlformats.org/drawingml/2006/main">
              <a:ext uri="{FF2B5EF4-FFF2-40B4-BE49-F238E27FC236}">
                <a16:creationId xmlns:a16="http://schemas.microsoft.com/office/drawing/2014/main" id="{C352E7D2-016D-4676-8749-5CE1F441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38625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>
            <a:defPPr algn="l"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  <a:lvl1pPr algn="l"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1pPr>
            <a:lvl2pPr algn="l"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2pPr>
            <a:lvl3pPr algn="l"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3pPr>
            <a:lvl4pPr algn="l"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4pPr>
            <a:lvl5pPr algn="l"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5pPr>
            <a:lvl6pPr algn="l"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6pPr>
            <a:lvl7pPr algn="l"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7pPr>
            <a:lvl8pPr algn="l"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8pPr>
            <a:lvl9pPr algn="l"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lnSpc>
                <a:spcPct val="83000"/>
              </a:lnSpc>
              <a:buNone/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325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比较规则影响</a:t>
            </a:r>
            <a:endParaRPr sz="100"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86000"/>
              </a:lnSpc>
              <a:buNone/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325" spc="-14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对比不同清洗规则下的统计结果</a:t>
            </a:r>
            <a:endParaRPr sz="2300">
              <a:latin typeface="宋体"/>
              <a:ea typeface="宋体"/>
              <a:cs typeface="宋体"/>
            </a:endParaRPr>
          </a:p>
        </p:txBody>
      </p:sp>
      <p:sp>
        <p:nvSpPr>
          <p:cNvPr id="94" name="textbox 94">
            <a:extLst xmlns:a="http://schemas.openxmlformats.org/drawingml/2006/main">
              <a:ext uri="{FF2B5EF4-FFF2-40B4-BE49-F238E27FC236}">
                <a16:creationId xmlns:a16="http://schemas.microsoft.com/office/drawing/2014/main" id="{21BABCF1-6FC1-42A9-B1A4-81DC1BC3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65246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>
            <a:defPPr algn="l">
              <a:defRPr sz="22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  <a:lvl1pPr algn="l">
              <a:defRPr sz="22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1pPr>
            <a:lvl2pPr algn="l">
              <a:defRPr sz="22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2pPr>
            <a:lvl3pPr algn="l">
              <a:defRPr sz="22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3pPr>
            <a:lvl4pPr algn="l">
              <a:defRPr sz="22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4pPr>
            <a:lvl5pPr algn="l">
              <a:defRPr sz="22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5pPr>
            <a:lvl6pPr algn="l">
              <a:defRPr sz="22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6pPr>
            <a:lvl7pPr algn="l">
              <a:defRPr sz="22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7pPr>
            <a:lvl8pPr algn="l">
              <a:defRPr sz="22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8pPr>
            <a:lvl9pPr algn="l">
              <a:defRPr sz="22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lnSpc>
                <a:spcPct val="88000"/>
              </a:lnSpc>
              <a:buNone/>
              <a:defRPr sz="22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25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网格需求集中度</a:t>
            </a:r>
            <a:endParaRPr sz="100">
              <a:latin typeface="Arial"/>
              <a:ea typeface="Arial"/>
              <a:cs typeface="Arial"/>
            </a:endParaRPr>
          </a:p>
          <a:p xmlns:a="http://schemas.openxmlformats.org/drawingml/2006/main">
            <a:pPr marL="149225" algn="l">
              <a:lnSpc>
                <a:spcPct val="85000"/>
              </a:lnSpc>
              <a:buNone/>
              <a:defRPr sz="22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250" spc="-8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分析匿名空间分布</a:t>
            </a:r>
            <a:endParaRPr sz="2100">
              <a:latin typeface="宋体"/>
              <a:ea typeface="宋体"/>
              <a:cs typeface="宋体"/>
            </a:endParaRPr>
          </a:p>
        </p:txBody>
      </p:sp>
      <p:sp>
        <p:nvSpPr>
          <p:cNvPr id="96" name="textbox 96">
            <a:extLst xmlns:a="http://schemas.openxmlformats.org/drawingml/2006/main">
              <a:ext uri="{FF2B5EF4-FFF2-40B4-BE49-F238E27FC236}">
                <a16:creationId xmlns:a16="http://schemas.microsoft.com/office/drawing/2014/main" id="{89F35F6D-DA4C-4465-B17E-EDA65695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6524625"/>
            <a:ext cx="2838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>
            <a:defPPr algn="l">
              <a:defRPr sz="22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  <a:lvl1pPr algn="l">
              <a:defRPr sz="22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1pPr>
            <a:lvl2pPr algn="l">
              <a:defRPr sz="22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2pPr>
            <a:lvl3pPr algn="l">
              <a:defRPr sz="22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3pPr>
            <a:lvl4pPr algn="l">
              <a:defRPr sz="22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4pPr>
            <a:lvl5pPr algn="l">
              <a:defRPr sz="22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5pPr>
            <a:lvl6pPr algn="l">
              <a:defRPr sz="22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6pPr>
            <a:lvl7pPr algn="l">
              <a:defRPr sz="22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7pPr>
            <a:lvl8pPr algn="l">
              <a:defRPr sz="22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8pPr>
            <a:lvl9pPr algn="l">
              <a:defRPr sz="22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lnSpc>
                <a:spcPct val="88000"/>
              </a:lnSpc>
              <a:buNone/>
              <a:defRPr sz="22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25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充电时段差异</a:t>
            </a:r>
            <a:endParaRPr sz="100"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85000"/>
              </a:lnSpc>
              <a:buNone/>
              <a:defRPr sz="22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250" spc="-9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比较不同场所与月份</a:t>
            </a:r>
            <a:endParaRPr sz="2100">
              <a:latin typeface="宋体"/>
              <a:ea typeface="宋体"/>
              <a:cs typeface="宋体"/>
            </a:endParaRPr>
          </a:p>
        </p:txBody>
      </p:sp>
      <p:sp>
        <p:nvSpPr>
          <p:cNvPr id="98" name="textbox 98">
            <a:extLst xmlns:a="http://schemas.openxmlformats.org/drawingml/2006/main">
              <a:ext uri="{FF2B5EF4-FFF2-40B4-BE49-F238E27FC236}">
                <a16:creationId xmlns:a16="http://schemas.microsoft.com/office/drawing/2014/main" id="{7D6ABDE6-38BD-4D96-8D13-06D44850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9595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>
            <a:defPPr algn="l"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  <a:lvl1pPr algn="l"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1pPr>
            <a:lvl2pPr algn="l"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2pPr>
            <a:lvl3pPr algn="l"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3pPr>
            <a:lvl4pPr algn="l"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4pPr>
            <a:lvl5pPr algn="l"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5pPr>
            <a:lvl6pPr algn="l"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6pPr>
            <a:lvl7pPr algn="l"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7pPr>
            <a:lvl8pPr algn="l"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8pPr>
            <a:lvl9pPr algn="l"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325">
                <a:solidFill>
                  <a:srgbClr val="000000"/>
                </a:solidFill>
                <a:latin typeface="宋体"/>
                <a:ea typeface="宋体"/>
                <a:cs typeface="宋体"/>
              </a:rPr>
              <a:t>统一统计口径</a:t>
            </a:r>
            <a:endParaRPr sz="100"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86000"/>
              </a:lnSpc>
              <a:buNone/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325" spc="-13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完善清洗说明并更新图表</a:t>
            </a:r>
            <a:endParaRPr sz="2300">
              <a:latin typeface="宋体"/>
              <a:ea typeface="宋体"/>
              <a:cs typeface="宋体"/>
            </a:endParaRPr>
          </a:p>
        </p:txBody>
      </p:sp>
      <p:sp>
        <p:nvSpPr>
          <p:cNvPr id="100" name="textbox 100">
            <a:extLst xmlns:a="http://schemas.openxmlformats.org/drawingml/2006/main">
              <a:ext uri="{FF2B5EF4-FFF2-40B4-BE49-F238E27FC236}">
                <a16:creationId xmlns:a16="http://schemas.microsoft.com/office/drawing/2014/main" id="{31AC067C-0AAE-4A20-89C0-CBA52B20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6225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>
            <a:def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  <a:lvl1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1pPr>
            <a:lvl2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2pPr>
            <a:lvl3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3pPr>
            <a:lvl4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4pPr>
            <a:lvl5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5pPr>
            <a:lvl6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6pPr>
            <a:lvl7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7pPr>
            <a:lvl8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8pPr>
            <a:lvl9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325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确认基础规则</a:t>
            </a:r>
            <a:endParaRPr sz="100"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86000"/>
              </a:lnSpc>
              <a:buNone/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325" b="1" spc="-15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明确字段含义、月份归属与异常标准</a:t>
            </a:r>
            <a:endParaRPr sz="2300">
              <a:latin typeface="宋体"/>
              <a:ea typeface="宋体"/>
              <a:cs typeface="宋体"/>
            </a:endParaRPr>
          </a:p>
        </p:txBody>
      </p:sp>
      <p:sp>
        <p:nvSpPr>
          <p:cNvPr id="102" name="textbox 102">
            <a:extLst xmlns:a="http://schemas.openxmlformats.org/drawingml/2006/main">
              <a:ext uri="{FF2B5EF4-FFF2-40B4-BE49-F238E27FC236}">
                <a16:creationId xmlns:a16="http://schemas.microsoft.com/office/drawing/2014/main" id="{97058197-9595-4AD9-B9D2-DC543993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70866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>
            <a:def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  <a:lvl1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1pPr>
            <a:lvl2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2pPr>
            <a:lvl3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3pPr>
            <a:lvl4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4pPr>
            <a:lvl5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5pPr>
            <a:lvl6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6pPr>
            <a:lvl7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7pPr>
            <a:lvl8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8pPr>
            <a:lvl9pPr algn="l"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325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确定研究选题</a:t>
            </a:r>
            <a:endParaRPr sz="100"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86000"/>
              </a:lnSpc>
              <a:buNone/>
              <a:defRPr sz="2325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325" b="1" spc="-14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在现有字段可支持的范围内展开分析</a:t>
            </a:r>
            <a:endParaRPr sz="2300">
              <a:latin typeface="宋体"/>
              <a:ea typeface="宋体"/>
              <a:cs typeface="宋体"/>
            </a:endParaRPr>
          </a:p>
        </p:txBody>
      </p:sp>
      <p:sp>
        <p:nvSpPr>
          <p:cNvPr id="104" name="textbox 104">
            <a:extLst xmlns:a="http://schemas.openxmlformats.org/drawingml/2006/main">
              <a:ext uri="{FF2B5EF4-FFF2-40B4-BE49-F238E27FC236}">
                <a16:creationId xmlns:a16="http://schemas.microsoft.com/office/drawing/2014/main" id="{C905212A-0A92-46A5-B8A8-4FCA755C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29175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>
            <a:defPPr algn="l">
              <a:defRPr sz="255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defPPr>
            <a:lvl1pPr algn="l">
              <a:defRPr sz="255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1pPr>
            <a:lvl2pPr algn="l">
              <a:defRPr sz="255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2pPr>
            <a:lvl3pPr algn="l">
              <a:defRPr sz="255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3pPr>
            <a:lvl4pPr algn="l">
              <a:defRPr sz="255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4pPr>
            <a:lvl5pPr algn="l">
              <a:defRPr sz="255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5pPr>
            <a:lvl6pPr algn="l">
              <a:defRPr sz="255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6pPr>
            <a:lvl7pPr algn="l">
              <a:defRPr sz="255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7pPr>
            <a:lvl8pPr algn="l">
              <a:defRPr sz="255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8pPr>
            <a:lvl9pPr algn="l">
              <a:defRPr sz="255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lnSpc>
                <a:spcPct val="87000"/>
              </a:lnSpc>
              <a:buNone/>
              <a:defRPr sz="255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pPr>
            <a:r>
              <a:rPr sz="2550" b="1">
                <a:solidFill>
                  <a:srgbClr val="803020"/>
                </a:solidFill>
                <a:latin typeface="宋体"/>
                <a:ea typeface="宋体"/>
                <a:cs typeface="宋体"/>
              </a:rPr>
              <a:t>问题2：可行的研究方向</a:t>
            </a:r>
            <a:endParaRPr sz="100">
              <a:latin typeface="Arial"/>
              <a:ea typeface="Arial"/>
              <a:cs typeface="Arial"/>
            </a:endParaRPr>
          </a:p>
        </p:txBody>
      </p:sp>
      <p:sp>
        <p:nvSpPr>
          <p:cNvPr id="106" name="textbox 106">
            <a:extLst xmlns:a="http://schemas.openxmlformats.org/drawingml/2006/main">
              <a:ext uri="{FF2B5EF4-FFF2-40B4-BE49-F238E27FC236}">
                <a16:creationId xmlns:a16="http://schemas.microsoft.com/office/drawing/2014/main" id="{1F0EB0B1-F6FC-4F75-A808-981F0D7C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600325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>
            <a:defPPr algn="l">
              <a:defRPr sz="255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defPPr>
            <a:lvl1pPr algn="l">
              <a:defRPr sz="255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1pPr>
            <a:lvl2pPr algn="l">
              <a:defRPr sz="255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2pPr>
            <a:lvl3pPr algn="l">
              <a:defRPr sz="255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3pPr>
            <a:lvl4pPr algn="l">
              <a:defRPr sz="255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4pPr>
            <a:lvl5pPr algn="l">
              <a:defRPr sz="255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5pPr>
            <a:lvl6pPr algn="l">
              <a:defRPr sz="255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6pPr>
            <a:lvl7pPr algn="l">
              <a:defRPr sz="255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7pPr>
            <a:lvl8pPr algn="l">
              <a:defRPr sz="255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8pPr>
            <a:lvl9pPr algn="l">
              <a:defRPr sz="255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lnSpc>
                <a:spcPct val="79000"/>
              </a:lnSpc>
              <a:buNone/>
              <a:defRPr sz="255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pPr>
            <a:r>
              <a:rPr sz="2550" b="1">
                <a:solidFill>
                  <a:srgbClr val="803020"/>
                </a:solidFill>
                <a:latin typeface="宋体"/>
                <a:ea typeface="宋体"/>
                <a:cs typeface="宋体"/>
              </a:rPr>
              <a:t>问题1：异常处理标准</a:t>
            </a:r>
            <a:endParaRPr sz="100">
              <a:latin typeface="Arial"/>
              <a:ea typeface="Arial"/>
              <a:cs typeface="Arial"/>
            </a:endParaRPr>
          </a:p>
        </p:txBody>
      </p:sp>
      <p:sp>
        <p:nvSpPr>
          <p:cNvPr id="108" name="textbox 108">
            <a:extLst xmlns:a="http://schemas.openxmlformats.org/drawingml/2006/main">
              <a:ext uri="{FF2B5EF4-FFF2-40B4-BE49-F238E27FC236}">
                <a16:creationId xmlns:a16="http://schemas.microsoft.com/office/drawing/2014/main" id="{5E8FF03D-6DE8-4594-8C41-564F626F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57531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>
            <a:defPPr algn="l"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  <a:lvl1pPr algn="l"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1pPr>
            <a:lvl2pPr algn="l"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2pPr>
            <a:lvl3pPr algn="l"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3pPr>
            <a:lvl4pPr algn="l"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4pPr>
            <a:lvl5pPr algn="l"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5pPr>
            <a:lvl6pPr algn="l"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6pPr>
            <a:lvl7pPr algn="l"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7pPr>
            <a:lvl8pPr algn="l"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8pPr>
            <a:lvl9pPr algn="l"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lnSpc>
                <a:spcPct val="85000"/>
              </a:lnSpc>
              <a:buNone/>
              <a:defRPr sz="2325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325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方向 B</a:t>
            </a:r>
            <a:endParaRPr sz="100">
              <a:latin typeface="Arial"/>
              <a:ea typeface="Arial"/>
              <a:cs typeface="Arial"/>
            </a:endParaRPr>
          </a:p>
        </p:txBody>
      </p:sp>
      <p:sp>
        <p:nvSpPr>
          <p:cNvPr id="110" name="textbox 110">
            <a:extLst xmlns:a="http://schemas.openxmlformats.org/drawingml/2006/main">
              <a:ext uri="{FF2B5EF4-FFF2-40B4-BE49-F238E27FC236}">
                <a16:creationId xmlns:a16="http://schemas.microsoft.com/office/drawing/2014/main" id="{7421607E-B5AE-4958-BEB9-7B5BD57B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57531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flat">
            <a:noFill/>
            <a:prstDash val="solid"/>
            <a:miter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>
            <a:defPPr algn="l">
              <a:defRPr sz="2325">
                <a:solidFill>
                  <a:srgbClr val="102040"/>
                </a:solidFill>
                <a:latin typeface="宋体"/>
                <a:ea typeface="宋体"/>
                <a:cs typeface="宋体"/>
              </a:defRPr>
            </a:defPPr>
            <a:lvl1pPr algn="l">
              <a:defRPr sz="2325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1pPr>
            <a:lvl2pPr algn="l">
              <a:defRPr sz="2325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2pPr>
            <a:lvl3pPr algn="l">
              <a:defRPr sz="2325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3pPr>
            <a:lvl4pPr algn="l">
              <a:defRPr sz="2325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4pPr>
            <a:lvl5pPr algn="l">
              <a:defRPr sz="2325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5pPr>
            <a:lvl6pPr algn="l">
              <a:defRPr sz="2325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6pPr>
            <a:lvl7pPr algn="l">
              <a:defRPr sz="2325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7pPr>
            <a:lvl8pPr algn="l">
              <a:defRPr sz="2325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8pPr>
            <a:lvl9pPr algn="l">
              <a:defRPr sz="2325">
                <a:solidFill>
                  <a:srgbClr val="10204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lnSpc>
                <a:spcPct val="85000"/>
              </a:lnSpc>
              <a:buNone/>
              <a:defRPr sz="2325">
                <a:solidFill>
                  <a:srgbClr val="102040"/>
                </a:solidFill>
                <a:latin typeface="宋体"/>
                <a:ea typeface="宋体"/>
                <a:cs typeface="宋体"/>
              </a:defRPr>
            </a:pPr>
            <a:r>
              <a:rPr sz="2325">
                <a:solidFill>
                  <a:srgbClr val="102040"/>
                </a:solidFill>
                <a:latin typeface="宋体"/>
                <a:ea typeface="宋体"/>
                <a:cs typeface="宋体"/>
              </a:rPr>
              <a:t>方向 A</a:t>
            </a:r>
            <a:endParaRPr sz="100">
              <a:latin typeface="Arial"/>
              <a:ea typeface="Arial"/>
              <a:cs typeface="Arial"/>
            </a:endParaRP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8DE1A40-375D-459A-8EEE-573E80DB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145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00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defPPr>
            <a:lvl1pPr algn="l">
              <a:defRPr sz="300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1pPr>
            <a:lvl2pPr algn="l">
              <a:defRPr sz="300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2pPr>
            <a:lvl3pPr algn="l">
              <a:defRPr sz="300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3pPr>
            <a:lvl4pPr algn="l">
              <a:defRPr sz="300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4pPr>
            <a:lvl5pPr algn="l">
              <a:defRPr sz="300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5pPr>
            <a:lvl6pPr algn="l">
              <a:defRPr sz="300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6pPr>
            <a:lvl7pPr algn="l">
              <a:defRPr sz="300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7pPr>
            <a:lvl8pPr algn="l">
              <a:defRPr sz="300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8pPr>
            <a:lvl9pPr algn="l">
              <a:defRPr sz="300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803020"/>
                </a:solidFill>
                <a:latin typeface="宋体"/>
                <a:ea typeface="宋体"/>
                <a:cs typeface="宋体"/>
              </a:defRPr>
            </a:pPr>
            <a:r>
              <a:rPr sz="3000" b="1">
                <a:solidFill>
                  <a:srgbClr val="803020"/>
                </a:solidFill>
                <a:latin typeface="宋体"/>
                <a:ea typeface="宋体"/>
                <a:cs typeface="宋体"/>
              </a:rPr>
              <a:t>请老师指导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105F7B4-624A-4FA0-8824-17B8C591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50" b="1">
                <a:solidFill>
                  <a:srgbClr val="405060"/>
                </a:solidFill>
                <a:latin typeface="宋体"/>
                <a:ea typeface="宋体"/>
                <a:cs typeface="宋体"/>
              </a:defRPr>
            </a:defPPr>
            <a:lvl1pPr algn="l">
              <a:defRPr sz="2250" b="1">
                <a:solidFill>
                  <a:srgbClr val="405060"/>
                </a:solidFill>
                <a:latin typeface="宋体"/>
                <a:ea typeface="宋体"/>
                <a:cs typeface="宋体"/>
              </a:defRPr>
            </a:lvl1pPr>
            <a:lvl2pPr algn="l">
              <a:defRPr sz="2250" b="1">
                <a:solidFill>
                  <a:srgbClr val="405060"/>
                </a:solidFill>
                <a:latin typeface="宋体"/>
                <a:ea typeface="宋体"/>
                <a:cs typeface="宋体"/>
              </a:defRPr>
            </a:lvl2pPr>
            <a:lvl3pPr algn="l">
              <a:defRPr sz="2250" b="1">
                <a:solidFill>
                  <a:srgbClr val="405060"/>
                </a:solidFill>
                <a:latin typeface="宋体"/>
                <a:ea typeface="宋体"/>
                <a:cs typeface="宋体"/>
              </a:defRPr>
            </a:lvl3pPr>
            <a:lvl4pPr algn="l">
              <a:defRPr sz="2250" b="1">
                <a:solidFill>
                  <a:srgbClr val="405060"/>
                </a:solidFill>
                <a:latin typeface="宋体"/>
                <a:ea typeface="宋体"/>
                <a:cs typeface="宋体"/>
              </a:defRPr>
            </a:lvl4pPr>
            <a:lvl5pPr algn="l">
              <a:defRPr sz="2250" b="1">
                <a:solidFill>
                  <a:srgbClr val="405060"/>
                </a:solidFill>
                <a:latin typeface="宋体"/>
                <a:ea typeface="宋体"/>
                <a:cs typeface="宋体"/>
              </a:defRPr>
            </a:lvl5pPr>
            <a:lvl6pPr algn="l">
              <a:defRPr sz="2250" b="1">
                <a:solidFill>
                  <a:srgbClr val="405060"/>
                </a:solidFill>
                <a:latin typeface="宋体"/>
                <a:ea typeface="宋体"/>
                <a:cs typeface="宋体"/>
              </a:defRPr>
            </a:lvl6pPr>
            <a:lvl7pPr algn="l">
              <a:defRPr sz="2250" b="1">
                <a:solidFill>
                  <a:srgbClr val="405060"/>
                </a:solidFill>
                <a:latin typeface="宋体"/>
                <a:ea typeface="宋体"/>
                <a:cs typeface="宋体"/>
              </a:defRPr>
            </a:lvl7pPr>
            <a:lvl8pPr algn="l">
              <a:defRPr sz="2250" b="1">
                <a:solidFill>
                  <a:srgbClr val="405060"/>
                </a:solidFill>
                <a:latin typeface="宋体"/>
                <a:ea typeface="宋体"/>
                <a:cs typeface="宋体"/>
              </a:defRPr>
            </a:lvl8pPr>
            <a:lvl9pPr algn="l">
              <a:defRPr sz="2250" b="1">
                <a:solidFill>
                  <a:srgbClr val="40506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405060"/>
                </a:solidFill>
                <a:latin typeface="宋体"/>
                <a:ea typeface="宋体"/>
                <a:cs typeface="宋体"/>
              </a:defRPr>
            </a:pPr>
            <a:r>
              <a:rPr sz="2250" b="1">
                <a:solidFill>
                  <a:srgbClr val="405060"/>
                </a:solidFill>
                <a:latin typeface="宋体"/>
                <a:ea typeface="宋体"/>
                <a:cs typeface="宋体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52145048"/>
      </p:ext>
    </p:extLst>
  </p:cSld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2026-10-21T09:13:14.1560000Z</dcterms:created>
  <dcterms:modified xsi:type="dcterms:W3CDTF">2026-10-21T09:13:14.1570000Z</dcterms:modified>
</coreProperties>
</file>